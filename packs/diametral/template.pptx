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1.svg" ContentType="image/svg+xml"/>
  <Override PartName="/ppt/media/image14.svg" ContentType="image/svg+xml"/>
  <Override PartName="/ppt/media/image23.svg" ContentType="image/svg+xml"/>
  <Override PartName="/ppt/media/image24.svg" ContentType="image/svg+xml"/>
  <Override PartName="/ppt/media/image25.svg" ContentType="image/svg+xml"/>
  <Override PartName="/ppt/media/image30.svg" ContentType="image/svg+xml"/>
  <Override PartName="/ppt/media/image31.svg" ContentType="image/svg+xml"/>
  <Override PartName="/ppt/media/image32.svg" ContentType="image/svg+xml"/>
  <Override PartName="/ppt/media/image33.svg" ContentType="image/svg+xml"/>
  <Override PartName="/ppt/media/image34.svg" ContentType="image/svg+xml"/>
  <Override PartName="/ppt/media/image35.svg" ContentType="image/svg+xml"/>
  <Override PartName="/ppt/media/image36.svg" ContentType="image/svg+xml"/>
  <Override PartName="/ppt/media/image37.svg" ContentType="image/svg+xml"/>
  <Override PartName="/ppt/media/image38.svg" ContentType="image/svg+xml"/>
  <Override PartName="/ppt/media/image39.svg" ContentType="image/svg+xml"/>
  <Override PartName="/ppt/media/image40.svg" ContentType="image/svg+xml"/>
  <Override PartName="/ppt/media/image41.svg" ContentType="image/svg+xml"/>
  <Override PartName="/ppt/media/image42.svg" ContentType="image/svg+xml"/>
  <Override PartName="/ppt/media/image43.svg" ContentType="image/svg+xml"/>
  <Override PartName="/ppt/media/image44.svg" ContentType="image/svg+xml"/>
  <Override PartName="/ppt/media/image45.svg" ContentType="image/svg+xml"/>
  <Override PartName="/ppt/media/image46.svg" ContentType="image/svg+xml"/>
  <Override PartName="/ppt/media/image47.svg" ContentType="image/svg+xml"/>
  <Override PartName="/ppt/media/image48.svg" ContentType="image/svg+xml"/>
  <Override PartName="/ppt/media/image49.svg" ContentType="image/svg+xml"/>
  <Override PartName="/ppt/media/image50.svg" ContentType="image/svg+xml"/>
  <Override PartName="/ppt/media/image51.svg" ContentType="image/svg+xml"/>
  <Override PartName="/ppt/media/image52.svg" ContentType="image/svg+xml"/>
  <Override PartName="/ppt/media/image53.svg" ContentType="image/svg+xml"/>
  <Override PartName="/ppt/media/image54.svg" ContentType="image/svg+xml"/>
  <Override PartName="/ppt/media/image55.svg" ContentType="image/svg+xml"/>
  <Override PartName="/ppt/media/image56.svg" ContentType="image/svg+xml"/>
  <Override PartName="/ppt/media/image57.svg" ContentType="image/svg+xml"/>
  <Override PartName="/ppt/media/image58.svg" ContentType="image/svg+xml"/>
  <Override PartName="/ppt/media/image59.svg" ContentType="image/svg+xml"/>
  <Override PartName="/ppt/media/image60.svg" ContentType="image/svg+xml"/>
  <Override PartName="/ppt/media/image61.svg" ContentType="image/svg+xml"/>
  <Override PartName="/ppt/media/image62.svg" ContentType="image/svg+xml"/>
  <Override PartName="/ppt/media/image63.svg" ContentType="image/svg+xml"/>
  <Override PartName="/ppt/media/image64.svg" ContentType="image/svg+xml"/>
  <Override PartName="/ppt/media/image65.svg" ContentType="image/svg+xml"/>
  <Override PartName="/ppt/media/image66.svg" ContentType="image/svg+xml"/>
  <Override PartName="/ppt/media/image67.svg" ContentType="image/svg+xml"/>
  <Override PartName="/ppt/media/image68.svg" ContentType="image/svg+xml"/>
  <Override PartName="/ppt/media/image69.svg" ContentType="image/svg+xml"/>
  <Override PartName="/ppt/media/image7.svg" ContentType="image/svg+xml"/>
  <Override PartName="/ppt/media/image70.svg" ContentType="image/svg+xml"/>
  <Override PartName="/ppt/media/image71.svg" ContentType="image/svg+xml"/>
  <Override PartName="/ppt/media/image72.svg" ContentType="image/svg+xml"/>
  <Override PartName="/ppt/media/image73.svg" ContentType="image/svg+xml"/>
  <Override PartName="/ppt/media/image74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9" r:id="rId4"/>
  </p:sldMasterIdLst>
  <p:notesMasterIdLst>
    <p:notesMasterId r:id="rId70"/>
  </p:notesMasterIdLst>
  <p:sldIdLst>
    <p:sldId id="256" r:id="rId5"/>
    <p:sldId id="257" r:id="rId6"/>
    <p:sldId id="472" r:id="rId7"/>
    <p:sldId id="466" r:id="rId8"/>
    <p:sldId id="467" r:id="rId9"/>
    <p:sldId id="473" r:id="rId10"/>
    <p:sldId id="468" r:id="rId11"/>
    <p:sldId id="470" r:id="rId12"/>
    <p:sldId id="474" r:id="rId13"/>
    <p:sldId id="261" r:id="rId14"/>
    <p:sldId id="344" r:id="rId15"/>
    <p:sldId id="328" r:id="rId16"/>
    <p:sldId id="268" r:id="rId17"/>
    <p:sldId id="271" r:id="rId18"/>
    <p:sldId id="501" r:id="rId19"/>
    <p:sldId id="506" r:id="rId20"/>
    <p:sldId id="504" r:id="rId21"/>
    <p:sldId id="280" r:id="rId22"/>
    <p:sldId id="283" r:id="rId23"/>
    <p:sldId id="336" r:id="rId24"/>
    <p:sldId id="502" r:id="rId25"/>
    <p:sldId id="492" r:id="rId26"/>
    <p:sldId id="286" r:id="rId27"/>
    <p:sldId id="490" r:id="rId28"/>
    <p:sldId id="489" r:id="rId29"/>
    <p:sldId id="476" r:id="rId30"/>
    <p:sldId id="487" r:id="rId31"/>
    <p:sldId id="488" r:id="rId32"/>
    <p:sldId id="292" r:id="rId33"/>
    <p:sldId id="295" r:id="rId34"/>
    <p:sldId id="477" r:id="rId35"/>
    <p:sldId id="478" r:id="rId36"/>
    <p:sldId id="479" r:id="rId37"/>
    <p:sldId id="480" r:id="rId38"/>
    <p:sldId id="301" r:id="rId39"/>
    <p:sldId id="329" r:id="rId40"/>
    <p:sldId id="481" r:id="rId41"/>
    <p:sldId id="484" r:id="rId42"/>
    <p:sldId id="483" r:id="rId43"/>
    <p:sldId id="294" r:id="rId44"/>
    <p:sldId id="494" r:id="rId45"/>
    <p:sldId id="482" r:id="rId46"/>
    <p:sldId id="495" r:id="rId47"/>
    <p:sldId id="493" r:id="rId48"/>
    <p:sldId id="302" r:id="rId49"/>
    <p:sldId id="303" r:id="rId50"/>
    <p:sldId id="304" r:id="rId51"/>
    <p:sldId id="305" r:id="rId52"/>
    <p:sldId id="306" r:id="rId53"/>
    <p:sldId id="485" r:id="rId54"/>
    <p:sldId id="486" r:id="rId55"/>
    <p:sldId id="330" r:id="rId56"/>
    <p:sldId id="507" r:id="rId57"/>
    <p:sldId id="289" r:id="rId58"/>
    <p:sldId id="298" r:id="rId59"/>
    <p:sldId id="319" r:id="rId60"/>
    <p:sldId id="322" r:id="rId61"/>
    <p:sldId id="337" r:id="rId62"/>
    <p:sldId id="331" r:id="rId63"/>
    <p:sldId id="475" r:id="rId64"/>
    <p:sldId id="496" r:id="rId65"/>
    <p:sldId id="497" r:id="rId66"/>
    <p:sldId id="341" r:id="rId67"/>
    <p:sldId id="342" r:id="rId68"/>
    <p:sldId id="340" r:id="rId69"/>
  </p:sldIdLst>
  <p:sldSz cx="9144000" cy="5143500" type="screen16x9"/>
  <p:notesSz cx="6858000" cy="9144000"/>
  <p:embeddedFontLst>
    <p:embeddedFont>
      <p:font typeface="Geist" pitchFamily="2" charset="77"/>
      <p:regular r:id="rId71"/>
      <p:bold r:id="rId72"/>
      <p:italic r:id="rId73"/>
      <p:boldItalic r:id="rId74"/>
    </p:embeddedFont>
    <p:embeddedFont>
      <p:font typeface="Geist Light" pitchFamily="2" charset="77"/>
      <p:regular r:id="rId75"/>
      <p:italic r:id="rId76"/>
    </p:embeddedFont>
    <p:embeddedFont>
      <p:font typeface="Ufficio" pitchFamily="2" charset="0"/>
      <p:regular r:id="rId77"/>
    </p:embeddedFont>
    <p:embeddedFont>
      <p:font typeface="Ufficio 300" pitchFamily="2" charset="0"/>
      <p:regular r:id="rId7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113">
          <p15:clr>
            <a:schemeClr val="dk1"/>
          </p15:clr>
        </p15:guide>
        <p15:guide id="2" pos="5669">
          <p15:clr>
            <a:schemeClr val="dk1"/>
          </p15:clr>
        </p15:guide>
        <p15:guide id="3" pos="2880">
          <p15:clr>
            <a:schemeClr val="dk1"/>
          </p15:clr>
        </p15:guide>
        <p15:guide id="4" pos="1039">
          <p15:clr>
            <a:schemeClr val="dk1"/>
          </p15:clr>
        </p15:guide>
        <p15:guide id="5" pos="4743">
          <p15:clr>
            <a:schemeClr val="dk1"/>
          </p15:clr>
        </p15:guide>
        <p15:guide id="6" pos="1965">
          <p15:clr>
            <a:schemeClr val="dk1"/>
          </p15:clr>
        </p15:guide>
        <p15:guide id="7" pos="3817">
          <p15:clr>
            <a:srgbClr val="000000"/>
          </p15:clr>
        </p15:guide>
        <p15:guide id="8" orient="horz" pos="113">
          <p15:clr>
            <a:srgbClr val="747775"/>
          </p15:clr>
        </p15:guide>
        <p15:guide id="9" orient="horz" pos="3127">
          <p15:clr>
            <a:srgbClr val="747775"/>
          </p15:clr>
        </p15:guide>
        <p15:guide id="10" orient="horz" pos="1620">
          <p15:clr>
            <a:srgbClr val="747775"/>
          </p15:clr>
        </p15:guide>
        <p15:guide id="11" orient="horz" pos="364">
          <p15:clr>
            <a:srgbClr val="747775"/>
          </p15:clr>
        </p15:guide>
        <p15:guide id="12" orient="horz" pos="616">
          <p15:clr>
            <a:srgbClr val="747775"/>
          </p15:clr>
        </p15:guide>
        <p15:guide id="13" orient="horz" pos="2122">
          <p15:clr>
            <a:srgbClr val="747775"/>
          </p15:clr>
        </p15:guide>
        <p15:guide id="14" orient="horz" pos="2624">
          <p15:clr>
            <a:srgbClr val="747775"/>
          </p15:clr>
        </p15:guide>
        <p15:guide id="15" orient="horz" pos="2876">
          <p15:clr>
            <a:srgbClr val="747775"/>
          </p15:clr>
        </p15:guide>
        <p15:guide id="16" orient="horz" pos="2374">
          <p15:clr>
            <a:srgbClr val="747775"/>
          </p15:clr>
        </p15:guide>
        <p15:guide id="17" orient="horz" pos="1871">
          <p15:clr>
            <a:srgbClr val="747775"/>
          </p15:clr>
        </p15:guide>
        <p15:guide id="18" orient="horz" pos="1369">
          <p15:clr>
            <a:srgbClr val="747775"/>
          </p15:clr>
        </p15:guide>
        <p15:guide id="19" orient="horz" pos="867">
          <p15:clr>
            <a:srgbClr val="747775"/>
          </p15:clr>
        </p15:guide>
        <p15:guide id="21" orient="horz" pos="3001">
          <p15:clr>
            <a:srgbClr val="747775"/>
          </p15:clr>
        </p15:guide>
        <p15:guide id="22" orient="horz" pos="1118">
          <p15:clr>
            <a:srgbClr val="747775"/>
          </p15:clr>
        </p15:guide>
        <p15:guide id="23" pos="576">
          <p15:clr>
            <a:schemeClr val="dk1"/>
          </p15:clr>
        </p15:guide>
        <p15:guide id="24" pos="1502">
          <p15:clr>
            <a:schemeClr val="dk1"/>
          </p15:clr>
        </p15:guide>
        <p15:guide id="25" pos="2423">
          <p15:clr>
            <a:schemeClr val="dk1"/>
          </p15:clr>
        </p15:guide>
        <p15:guide id="26" pos="3349">
          <p15:clr>
            <a:schemeClr val="dk1"/>
          </p15:clr>
        </p15:guide>
        <p15:guide id="27" pos="4280">
          <p15:clr>
            <a:schemeClr val="dk1"/>
          </p15:clr>
        </p15:guide>
        <p15:guide id="28" pos="5206">
          <p15:clr>
            <a:schemeClr val="dk1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2A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CD81A8-CE7F-954D-A215-6E5BA290A882}" v="1" dt="2026-09-17T12:25:58.5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90"/>
    <p:restoredTop sz="94690"/>
  </p:normalViewPr>
  <p:slideViewPr>
    <p:cSldViewPr snapToGrid="0">
      <p:cViewPr varScale="1">
        <p:scale>
          <a:sx n="142" d="100"/>
          <a:sy n="142" d="100"/>
        </p:scale>
        <p:origin x="776" y="176"/>
      </p:cViewPr>
      <p:guideLst>
        <p:guide pos="113"/>
        <p:guide pos="5669"/>
        <p:guide pos="2880"/>
        <p:guide pos="1039"/>
        <p:guide pos="4743"/>
        <p:guide pos="1965"/>
        <p:guide pos="3817"/>
        <p:guide orient="horz" pos="113"/>
        <p:guide orient="horz" pos="3127"/>
        <p:guide orient="horz" pos="1620"/>
        <p:guide orient="horz" pos="364"/>
        <p:guide orient="horz" pos="616"/>
        <p:guide orient="horz" pos="2122"/>
        <p:guide orient="horz" pos="2624"/>
        <p:guide orient="horz" pos="2876"/>
        <p:guide orient="horz" pos="2374"/>
        <p:guide orient="horz" pos="1871"/>
        <p:guide orient="horz" pos="1369"/>
        <p:guide orient="horz" pos="867"/>
        <p:guide orient="horz" pos="3001"/>
        <p:guide orient="horz" pos="1118"/>
        <p:guide pos="576"/>
        <p:guide pos="1502"/>
        <p:guide pos="2423"/>
        <p:guide pos="3349"/>
        <p:guide pos="4280"/>
        <p:guide pos="520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slide" Target="slides/slide60.xml"/><Relationship Id="rId65" Type="http://schemas.openxmlformats.org/officeDocument/2006/relationships/slide" Target="slides/slide61.xml"/><Relationship Id="rId66" Type="http://schemas.openxmlformats.org/officeDocument/2006/relationships/slide" Target="slides/slide62.xml"/><Relationship Id="rId67" Type="http://schemas.openxmlformats.org/officeDocument/2006/relationships/slide" Target="slides/slide63.xml"/><Relationship Id="rId68" Type="http://schemas.openxmlformats.org/officeDocument/2006/relationships/slide" Target="slides/slide64.xml"/><Relationship Id="rId69" Type="http://schemas.openxmlformats.org/officeDocument/2006/relationships/slide" Target="slides/slide65.xml"/><Relationship Id="rId70" Type="http://schemas.openxmlformats.org/officeDocument/2006/relationships/notesMaster" Target="notesMasters/notesMaster1.xml"/><Relationship Id="rId71" Type="http://schemas.openxmlformats.org/officeDocument/2006/relationships/font" Target="fonts/font1.fntdata"/><Relationship Id="rId72" Type="http://schemas.openxmlformats.org/officeDocument/2006/relationships/font" Target="fonts/font2.fntdata"/><Relationship Id="rId73" Type="http://schemas.openxmlformats.org/officeDocument/2006/relationships/font" Target="fonts/font3.fntdata"/><Relationship Id="rId74" Type="http://schemas.openxmlformats.org/officeDocument/2006/relationships/font" Target="fonts/font4.fntdata"/><Relationship Id="rId75" Type="http://schemas.openxmlformats.org/officeDocument/2006/relationships/font" Target="fonts/font5.fntdata"/><Relationship Id="rId76" Type="http://schemas.openxmlformats.org/officeDocument/2006/relationships/font" Target="fonts/font6.fntdata"/><Relationship Id="rId77" Type="http://schemas.openxmlformats.org/officeDocument/2006/relationships/font" Target="fonts/font7.fntdata"/><Relationship Id="rId78" Type="http://schemas.openxmlformats.org/officeDocument/2006/relationships/font" Target="fonts/font8.fntdata"/><Relationship Id="rId79" Type="http://schemas.openxmlformats.org/officeDocument/2006/relationships/presProps" Target="presProps.xml"/><Relationship Id="rId80" Type="http://schemas.openxmlformats.org/officeDocument/2006/relationships/viewProps" Target="viewProps.xml"/><Relationship Id="rId81" Type="http://schemas.openxmlformats.org/officeDocument/2006/relationships/theme" Target="theme/theme1.xml"/><Relationship Id="rId82" Type="http://schemas.openxmlformats.org/officeDocument/2006/relationships/tableStyles" Target="tableStyles.xml"/><Relationship Id="rId83" Type="http://schemas.microsoft.com/office/2016/11/relationships/changesInfo" Target="changesInfos/changesInfo1.xml"/><Relationship Id="rId8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en DALLA COSTA" userId="ed4f5d49-0398-40b7-972f-a3a98d7b38da" providerId="ADAL" clId="{D5FFDDC0-20F4-4402-90AA-D95A7102D0D4}"/>
    <pc:docChg chg="custSel modSld">
      <pc:chgData name="Lauren DALLA COSTA" userId="ed4f5d49-0398-40b7-972f-a3a98d7b38da" providerId="ADAL" clId="{D5FFDDC0-20F4-4402-90AA-D95A7102D0D4}" dt="2026-09-15T06:58:48.175" v="7" actId="27636"/>
      <pc:docMkLst>
        <pc:docMk/>
      </pc:docMkLst>
      <pc:sldChg chg="modSp mod">
        <pc:chgData name="Lauren DALLA COSTA" userId="ed4f5d49-0398-40b7-972f-a3a98d7b38da" providerId="ADAL" clId="{D5FFDDC0-20F4-4402-90AA-D95A7102D0D4}" dt="2026-09-15T06:58:48.175" v="7" actId="27636"/>
        <pc:sldMkLst>
          <pc:docMk/>
          <pc:sldMk cId="1647374369" sldId="492"/>
        </pc:sldMkLst>
        <pc:spChg chg="mod">
          <ac:chgData name="Lauren DALLA COSTA" userId="ed4f5d49-0398-40b7-972f-a3a98d7b38da" providerId="ADAL" clId="{D5FFDDC0-20F4-4402-90AA-D95A7102D0D4}" dt="2026-09-15T06:58:48.175" v="7" actId="27636"/>
          <ac:spMkLst>
            <pc:docMk/>
            <pc:sldMk cId="1647374369" sldId="492"/>
            <ac:spMk id="7" creationId="{990C2CA4-461C-5868-1F04-B65DB2D2ABE8}"/>
          </ac:spMkLst>
        </pc:spChg>
        <pc:spChg chg="mod">
          <ac:chgData name="Lauren DALLA COSTA" userId="ed4f5d49-0398-40b7-972f-a3a98d7b38da" providerId="ADAL" clId="{D5FFDDC0-20F4-4402-90AA-D95A7102D0D4}" dt="2026-09-15T06:58:48.143" v="5" actId="27636"/>
          <ac:spMkLst>
            <pc:docMk/>
            <pc:sldMk cId="1647374369" sldId="492"/>
            <ac:spMk id="23" creationId="{570F1961-C767-2C75-0868-ADECD3D8A3BB}"/>
          </ac:spMkLst>
        </pc:spChg>
        <pc:spChg chg="mod">
          <ac:chgData name="Lauren DALLA COSTA" userId="ed4f5d49-0398-40b7-972f-a3a98d7b38da" providerId="ADAL" clId="{D5FFDDC0-20F4-4402-90AA-D95A7102D0D4}" dt="2026-09-15T06:58:48.156" v="6" actId="27636"/>
          <ac:spMkLst>
            <pc:docMk/>
            <pc:sldMk cId="1647374369" sldId="492"/>
            <ac:spMk id="27" creationId="{C1EBE6EC-B991-EA08-B442-B01542EFFB43}"/>
          </ac:spMkLst>
        </pc:spChg>
        <pc:spChg chg="mod">
          <ac:chgData name="Lauren DALLA COSTA" userId="ed4f5d49-0398-40b7-972f-a3a98d7b38da" providerId="ADAL" clId="{D5FFDDC0-20F4-4402-90AA-D95A7102D0D4}" dt="2026-09-15T06:58:48.127" v="4" actId="27636"/>
          <ac:spMkLst>
            <pc:docMk/>
            <pc:sldMk cId="1647374369" sldId="492"/>
            <ac:spMk id="31" creationId="{7FBC2189-03EF-70BC-D92F-C0EB5D144239}"/>
          </ac:spMkLst>
        </pc:spChg>
      </pc:sldChg>
      <pc:sldChg chg="modSp mod">
        <pc:chgData name="Lauren DALLA COSTA" userId="ed4f5d49-0398-40b7-972f-a3a98d7b38da" providerId="ADAL" clId="{D5FFDDC0-20F4-4402-90AA-D95A7102D0D4}" dt="2026-09-15T06:58:48.102" v="3" actId="27636"/>
        <pc:sldMkLst>
          <pc:docMk/>
          <pc:sldMk cId="5538717" sldId="502"/>
        </pc:sldMkLst>
        <pc:spChg chg="mod">
          <ac:chgData name="Lauren DALLA COSTA" userId="ed4f5d49-0398-40b7-972f-a3a98d7b38da" providerId="ADAL" clId="{D5FFDDC0-20F4-4402-90AA-D95A7102D0D4}" dt="2026-09-15T06:58:48.102" v="3" actId="27636"/>
          <ac:spMkLst>
            <pc:docMk/>
            <pc:sldMk cId="5538717" sldId="502"/>
            <ac:spMk id="7" creationId="{6D1E89C1-9990-5D56-5349-A52A7155B974}"/>
          </ac:spMkLst>
        </pc:spChg>
        <pc:spChg chg="mod">
          <ac:chgData name="Lauren DALLA COSTA" userId="ed4f5d49-0398-40b7-972f-a3a98d7b38da" providerId="ADAL" clId="{D5FFDDC0-20F4-4402-90AA-D95A7102D0D4}" dt="2026-09-15T06:58:48.098" v="2" actId="27636"/>
          <ac:spMkLst>
            <pc:docMk/>
            <pc:sldMk cId="5538717" sldId="502"/>
            <ac:spMk id="23" creationId="{917165E1-A4A9-8C02-D8F1-3E9DBC1D5A95}"/>
          </ac:spMkLst>
        </pc:spChg>
        <pc:spChg chg="mod">
          <ac:chgData name="Lauren DALLA COSTA" userId="ed4f5d49-0398-40b7-972f-a3a98d7b38da" providerId="ADAL" clId="{D5FFDDC0-20F4-4402-90AA-D95A7102D0D4}" dt="2026-09-15T06:58:48.078" v="0" actId="27636"/>
          <ac:spMkLst>
            <pc:docMk/>
            <pc:sldMk cId="5538717" sldId="502"/>
            <ac:spMk id="27" creationId="{05419256-953F-375E-5773-A6D2DB5EB44B}"/>
          </ac:spMkLst>
        </pc:spChg>
        <pc:spChg chg="mod">
          <ac:chgData name="Lauren DALLA COSTA" userId="ed4f5d49-0398-40b7-972f-a3a98d7b38da" providerId="ADAL" clId="{D5FFDDC0-20F4-4402-90AA-D95A7102D0D4}" dt="2026-09-15T06:58:48.092" v="1" actId="27636"/>
          <ac:spMkLst>
            <pc:docMk/>
            <pc:sldMk cId="5538717" sldId="502"/>
            <ac:spMk id="31" creationId="{D2B6F9F9-AEEB-A6E1-5F62-68241B253C0F}"/>
          </ac:spMkLst>
        </pc:spChg>
      </pc:sldChg>
    </pc:docChg>
  </pc:docChgLst>
  <pc:docChgLst>
    <pc:chgData name="Leonardo DOS SANTOS MARTINS" userId="c9aadde6-5c78-4258-8d24-23a593826ee2" providerId="ADAL" clId="{38BC86E6-8765-4FC7-9B69-A275C338158F}"/>
    <pc:docChg chg="undo custSel modSld">
      <pc:chgData name="Leonardo DOS SANTOS MARTINS" userId="c9aadde6-5c78-4258-8d24-23a593826ee2" providerId="ADAL" clId="{38BC86E6-8765-4FC7-9B69-A275C338158F}" dt="2026-09-16T08:34:36.933" v="10" actId="20577"/>
      <pc:docMkLst>
        <pc:docMk/>
      </pc:docMkLst>
      <pc:sldChg chg="modSp mod">
        <pc:chgData name="Leonardo DOS SANTOS MARTINS" userId="c9aadde6-5c78-4258-8d24-23a593826ee2" providerId="ADAL" clId="{38BC86E6-8765-4FC7-9B69-A275C338158F}" dt="2026-09-16T08:34:36.933" v="10" actId="20577"/>
        <pc:sldMkLst>
          <pc:docMk/>
          <pc:sldMk cId="0" sldId="256"/>
        </pc:sldMkLst>
        <pc:spChg chg="mod">
          <ac:chgData name="Leonardo DOS SANTOS MARTINS" userId="c9aadde6-5c78-4258-8d24-23a593826ee2" providerId="ADAL" clId="{38BC86E6-8765-4FC7-9B69-A275C338158F}" dt="2026-09-16T08:34:36.933" v="10" actId="20577"/>
          <ac:spMkLst>
            <pc:docMk/>
            <pc:sldMk cId="0" sldId="256"/>
            <ac:spMk id="26" creationId="{00000000-0000-0000-0000-000000000000}"/>
          </ac:spMkLst>
        </pc:spChg>
      </pc:sldChg>
    </pc:docChg>
  </pc:docChgLst>
  <pc:docChgLst>
    <pc:chgData name="Juliette BECHDOLFF" userId="34b896f3-395b-4484-b558-2ddaeab3384b" providerId="ADAL" clId="{CAE2773B-1D2C-5509-A51E-336AC1158ABF}"/>
    <pc:docChg chg="undo redo custSel addSld delSld modSld sldOrd modMainMaster">
      <pc:chgData name="Juliette BECHDOLFF" userId="34b896f3-395b-4484-b558-2ddaeab3384b" providerId="ADAL" clId="{CAE2773B-1D2C-5509-A51E-336AC1158ABF}" dt="2026-09-17T12:26:47.004" v="4798" actId="1076"/>
      <pc:docMkLst>
        <pc:docMk/>
      </pc:docMkLst>
      <pc:sldChg chg="modSp mod">
        <pc:chgData name="Juliette BECHDOLFF" userId="34b896f3-395b-4484-b558-2ddaeab3384b" providerId="ADAL" clId="{CAE2773B-1D2C-5509-A51E-336AC1158ABF}" dt="2026-09-17T12:25:58.589" v="4784" actId="27636"/>
        <pc:sldMkLst>
          <pc:docMk/>
          <pc:sldMk cId="1647374369" sldId="492"/>
        </pc:sldMkLst>
        <pc:spChg chg="mod">
          <ac:chgData name="Juliette BECHDOLFF" userId="34b896f3-395b-4484-b558-2ddaeab3384b" providerId="ADAL" clId="{CAE2773B-1D2C-5509-A51E-336AC1158ABF}" dt="2026-09-17T12:25:58.588" v="4783" actId="27636"/>
          <ac:spMkLst>
            <pc:docMk/>
            <pc:sldMk cId="1647374369" sldId="492"/>
            <ac:spMk id="7" creationId="{990C2CA4-461C-5868-1F04-B65DB2D2ABE8}"/>
          </ac:spMkLst>
        </pc:spChg>
        <pc:spChg chg="mod">
          <ac:chgData name="Juliette BECHDOLFF" userId="34b896f3-395b-4484-b558-2ddaeab3384b" providerId="ADAL" clId="{CAE2773B-1D2C-5509-A51E-336AC1158ABF}" dt="2026-09-17T12:25:58.587" v="4781" actId="27636"/>
          <ac:spMkLst>
            <pc:docMk/>
            <pc:sldMk cId="1647374369" sldId="492"/>
            <ac:spMk id="23" creationId="{570F1961-C767-2C75-0868-ADECD3D8A3BB}"/>
          </ac:spMkLst>
        </pc:spChg>
        <pc:spChg chg="mod">
          <ac:chgData name="Juliette BECHDOLFF" userId="34b896f3-395b-4484-b558-2ddaeab3384b" providerId="ADAL" clId="{CAE2773B-1D2C-5509-A51E-336AC1158ABF}" dt="2026-09-17T12:25:58.589" v="4784" actId="27636"/>
          <ac:spMkLst>
            <pc:docMk/>
            <pc:sldMk cId="1647374369" sldId="492"/>
            <ac:spMk id="27" creationId="{C1EBE6EC-B991-EA08-B442-B01542EFFB43}"/>
          </ac:spMkLst>
        </pc:spChg>
        <pc:spChg chg="mod">
          <ac:chgData name="Juliette BECHDOLFF" userId="34b896f3-395b-4484-b558-2ddaeab3384b" providerId="ADAL" clId="{CAE2773B-1D2C-5509-A51E-336AC1158ABF}" dt="2026-09-17T12:25:58.588" v="4782" actId="27636"/>
          <ac:spMkLst>
            <pc:docMk/>
            <pc:sldMk cId="1647374369" sldId="492"/>
            <ac:spMk id="31" creationId="{7FBC2189-03EF-70BC-D92F-C0EB5D144239}"/>
          </ac:spMkLst>
        </pc:spChg>
      </pc:sldChg>
      <pc:sldChg chg="modSp mod">
        <pc:chgData name="Juliette BECHDOLFF" userId="34b896f3-395b-4484-b558-2ddaeab3384b" providerId="ADAL" clId="{CAE2773B-1D2C-5509-A51E-336AC1158ABF}" dt="2026-09-17T12:25:58.581" v="4780" actId="27636"/>
        <pc:sldMkLst>
          <pc:docMk/>
          <pc:sldMk cId="5538717" sldId="502"/>
        </pc:sldMkLst>
        <pc:spChg chg="mod">
          <ac:chgData name="Juliette BECHDOLFF" userId="34b896f3-395b-4484-b558-2ddaeab3384b" providerId="ADAL" clId="{CAE2773B-1D2C-5509-A51E-336AC1158ABF}" dt="2026-09-17T12:25:58.581" v="4780" actId="27636"/>
          <ac:spMkLst>
            <pc:docMk/>
            <pc:sldMk cId="5538717" sldId="502"/>
            <ac:spMk id="7" creationId="{6D1E89C1-9990-5D56-5349-A52A7155B974}"/>
          </ac:spMkLst>
        </pc:spChg>
        <pc:spChg chg="mod">
          <ac:chgData name="Juliette BECHDOLFF" userId="34b896f3-395b-4484-b558-2ddaeab3384b" providerId="ADAL" clId="{CAE2773B-1D2C-5509-A51E-336AC1158ABF}" dt="2026-09-17T12:25:58.580" v="4777" actId="27636"/>
          <ac:spMkLst>
            <pc:docMk/>
            <pc:sldMk cId="5538717" sldId="502"/>
            <ac:spMk id="23" creationId="{917165E1-A4A9-8C02-D8F1-3E9DBC1D5A95}"/>
          </ac:spMkLst>
        </pc:spChg>
        <pc:spChg chg="mod">
          <ac:chgData name="Juliette BECHDOLFF" userId="34b896f3-395b-4484-b558-2ddaeab3384b" providerId="ADAL" clId="{CAE2773B-1D2C-5509-A51E-336AC1158ABF}" dt="2026-09-17T12:25:58.581" v="4778" actId="27636"/>
          <ac:spMkLst>
            <pc:docMk/>
            <pc:sldMk cId="5538717" sldId="502"/>
            <ac:spMk id="27" creationId="{05419256-953F-375E-5773-A6D2DB5EB44B}"/>
          </ac:spMkLst>
        </pc:spChg>
        <pc:spChg chg="mod">
          <ac:chgData name="Juliette BECHDOLFF" userId="34b896f3-395b-4484-b558-2ddaeab3384b" providerId="ADAL" clId="{CAE2773B-1D2C-5509-A51E-336AC1158ABF}" dt="2026-09-17T12:25:58.581" v="4779" actId="27636"/>
          <ac:spMkLst>
            <pc:docMk/>
            <pc:sldMk cId="5538717" sldId="502"/>
            <ac:spMk id="31" creationId="{D2B6F9F9-AEEB-A6E1-5F62-68241B253C0F}"/>
          </ac:spMkLst>
        </pc:spChg>
      </pc:sldChg>
      <pc:sldChg chg="add del">
        <pc:chgData name="Juliette BECHDOLFF" userId="34b896f3-395b-4484-b558-2ddaeab3384b" providerId="ADAL" clId="{CAE2773B-1D2C-5509-A51E-336AC1158ABF}" dt="2026-09-17T11:48:12.006" v="4773" actId="2696"/>
        <pc:sldMkLst>
          <pc:docMk/>
          <pc:sldMk cId="1472887888" sldId="507"/>
        </pc:sldMkLst>
      </pc:sldChg>
      <pc:sldChg chg="addSp delSp modSp add mod">
        <pc:chgData name="Juliette BECHDOLFF" userId="34b896f3-395b-4484-b558-2ddaeab3384b" providerId="ADAL" clId="{CAE2773B-1D2C-5509-A51E-336AC1158ABF}" dt="2026-09-17T12:26:47.004" v="4798" actId="1076"/>
        <pc:sldMkLst>
          <pc:docMk/>
          <pc:sldMk cId="1617203888" sldId="507"/>
        </pc:sldMkLst>
        <pc:spChg chg="del">
          <ac:chgData name="Juliette BECHDOLFF" userId="34b896f3-395b-4484-b558-2ddaeab3384b" providerId="ADAL" clId="{CAE2773B-1D2C-5509-A51E-336AC1158ABF}" dt="2026-09-17T12:25:47.936" v="4775" actId="478"/>
          <ac:spMkLst>
            <pc:docMk/>
            <pc:sldMk cId="1617203888" sldId="507"/>
            <ac:spMk id="5" creationId="{A0EA9E2A-1956-590B-3AAD-1D1B48784AEE}"/>
          </ac:spMkLst>
        </pc:spChg>
        <pc:spChg chg="del">
          <ac:chgData name="Juliette BECHDOLFF" userId="34b896f3-395b-4484-b558-2ddaeab3384b" providerId="ADAL" clId="{CAE2773B-1D2C-5509-A51E-336AC1158ABF}" dt="2026-09-17T12:25:47.936" v="4775" actId="478"/>
          <ac:spMkLst>
            <pc:docMk/>
            <pc:sldMk cId="1617203888" sldId="507"/>
            <ac:spMk id="8" creationId="{7704AED3-AC1D-611E-9E8D-291B1AC494D4}"/>
          </ac:spMkLst>
        </pc:spChg>
        <pc:spChg chg="del">
          <ac:chgData name="Juliette BECHDOLFF" userId="34b896f3-395b-4484-b558-2ddaeab3384b" providerId="ADAL" clId="{CAE2773B-1D2C-5509-A51E-336AC1158ABF}" dt="2026-09-17T12:25:47.936" v="4775" actId="478"/>
          <ac:spMkLst>
            <pc:docMk/>
            <pc:sldMk cId="1617203888" sldId="507"/>
            <ac:spMk id="11" creationId="{D27B8A29-9A21-C131-E8FB-6330637E312D}"/>
          </ac:spMkLst>
        </pc:spChg>
        <pc:spChg chg="del">
          <ac:chgData name="Juliette BECHDOLFF" userId="34b896f3-395b-4484-b558-2ddaeab3384b" providerId="ADAL" clId="{CAE2773B-1D2C-5509-A51E-336AC1158ABF}" dt="2026-09-17T12:25:47.936" v="4775" actId="478"/>
          <ac:spMkLst>
            <pc:docMk/>
            <pc:sldMk cId="1617203888" sldId="507"/>
            <ac:spMk id="14" creationId="{95B084A9-FFDE-940A-9217-D953E66F6D9E}"/>
          </ac:spMkLst>
        </pc:spChg>
        <pc:spChg chg="del">
          <ac:chgData name="Juliette BECHDOLFF" userId="34b896f3-395b-4484-b558-2ddaeab3384b" providerId="ADAL" clId="{CAE2773B-1D2C-5509-A51E-336AC1158ABF}" dt="2026-09-17T12:25:47.936" v="4775" actId="478"/>
          <ac:spMkLst>
            <pc:docMk/>
            <pc:sldMk cId="1617203888" sldId="507"/>
            <ac:spMk id="15" creationId="{CB2309AC-F9BC-BF9C-6051-984A247D6C11}"/>
          </ac:spMkLst>
        </pc:spChg>
        <pc:spChg chg="del">
          <ac:chgData name="Juliette BECHDOLFF" userId="34b896f3-395b-4484-b558-2ddaeab3384b" providerId="ADAL" clId="{CAE2773B-1D2C-5509-A51E-336AC1158ABF}" dt="2026-09-17T12:25:47.936" v="4775" actId="478"/>
          <ac:spMkLst>
            <pc:docMk/>
            <pc:sldMk cId="1617203888" sldId="507"/>
            <ac:spMk id="17" creationId="{269A5918-4BC0-8204-705D-7F95B82308F1}"/>
          </ac:spMkLst>
        </pc:spChg>
        <pc:spChg chg="del">
          <ac:chgData name="Juliette BECHDOLFF" userId="34b896f3-395b-4484-b558-2ddaeab3384b" providerId="ADAL" clId="{CAE2773B-1D2C-5509-A51E-336AC1158ABF}" dt="2026-09-17T12:25:47.936" v="4775" actId="478"/>
          <ac:spMkLst>
            <pc:docMk/>
            <pc:sldMk cId="1617203888" sldId="507"/>
            <ac:spMk id="18" creationId="{65959F06-DD73-6B37-DB70-67C4AA7CC4C2}"/>
          </ac:spMkLst>
        </pc:spChg>
        <pc:spChg chg="del">
          <ac:chgData name="Juliette BECHDOLFF" userId="34b896f3-395b-4484-b558-2ddaeab3384b" providerId="ADAL" clId="{CAE2773B-1D2C-5509-A51E-336AC1158ABF}" dt="2026-09-17T12:25:47.936" v="4775" actId="478"/>
          <ac:spMkLst>
            <pc:docMk/>
            <pc:sldMk cId="1617203888" sldId="507"/>
            <ac:spMk id="20" creationId="{57EEC5F9-C29E-CC42-1750-D35698340868}"/>
          </ac:spMkLst>
        </pc:spChg>
        <pc:spChg chg="del">
          <ac:chgData name="Juliette BECHDOLFF" userId="34b896f3-395b-4484-b558-2ddaeab3384b" providerId="ADAL" clId="{CAE2773B-1D2C-5509-A51E-336AC1158ABF}" dt="2026-09-17T12:25:47.936" v="4775" actId="478"/>
          <ac:spMkLst>
            <pc:docMk/>
            <pc:sldMk cId="1617203888" sldId="507"/>
            <ac:spMk id="22" creationId="{9787F57B-E6C7-431C-59DC-94F255A4E4D5}"/>
          </ac:spMkLst>
        </pc:spChg>
        <pc:spChg chg="del">
          <ac:chgData name="Juliette BECHDOLFF" userId="34b896f3-395b-4484-b558-2ddaeab3384b" providerId="ADAL" clId="{CAE2773B-1D2C-5509-A51E-336AC1158ABF}" dt="2026-09-17T12:25:47.936" v="4775" actId="478"/>
          <ac:spMkLst>
            <pc:docMk/>
            <pc:sldMk cId="1617203888" sldId="507"/>
            <ac:spMk id="23" creationId="{47E82EDD-4872-7EA6-D9BF-8197B4FCA53B}"/>
          </ac:spMkLst>
        </pc:spChg>
        <pc:graphicFrameChg chg="add mod modGraphic">
          <ac:chgData name="Juliette BECHDOLFF" userId="34b896f3-395b-4484-b558-2ddaeab3384b" providerId="ADAL" clId="{CAE2773B-1D2C-5509-A51E-336AC1158ABF}" dt="2026-09-17T12:26:47.004" v="4798" actId="1076"/>
          <ac:graphicFrameMkLst>
            <pc:docMk/>
            <pc:sldMk cId="1617203888" sldId="507"/>
            <ac:graphicFrameMk id="3" creationId="{BAAEDF95-176A-9C98-7A3F-574D532D2B9F}"/>
          </ac:graphicFrameMkLst>
        </pc:graphicFrameChg>
      </pc:sldChg>
    </pc:docChg>
  </pc:docChgLst>
  <pc:docChgLst>
    <pc:chgData name="Rozalia PISKORSKA" userId="S::rpiskorska@diametral.com::b54c9f54-8a08-4d74-829a-b1ccdf999ef8" providerId="AD" clId="Web-{394DC5FB-59DD-0851-3DB9-BD81F0B42414}"/>
    <pc:docChg chg="modSld">
      <pc:chgData name="Rozalia PISKORSKA" userId="S::rpiskorska@diametral.com::b54c9f54-8a08-4d74-829a-b1ccdf999ef8" providerId="AD" clId="Web-{394DC5FB-59DD-0851-3DB9-BD81F0B42414}" dt="2026-08-24T08:47:08.060" v="1"/>
      <pc:docMkLst>
        <pc:docMk/>
      </pc:docMkLst>
      <pc:sldChg chg="addSp delSp">
        <pc:chgData name="Rozalia PISKORSKA" userId="S::rpiskorska@diametral.com::b54c9f54-8a08-4d74-829a-b1ccdf999ef8" providerId="AD" clId="Web-{394DC5FB-59DD-0851-3DB9-BD81F0B42414}" dt="2026-08-24T08:47:08.060" v="1"/>
        <pc:sldMkLst>
          <pc:docMk/>
          <pc:sldMk cId="0" sldId="256"/>
        </pc:sldMkLst>
        <pc:spChg chg="add del">
          <ac:chgData name="Rozalia PISKORSKA" userId="S::rpiskorska@diametral.com::b54c9f54-8a08-4d74-829a-b1ccdf999ef8" providerId="AD" clId="Web-{394DC5FB-59DD-0851-3DB9-BD81F0B42414}" dt="2026-08-24T08:47:08.060" v="1"/>
          <ac:spMkLst>
            <pc:docMk/>
            <pc:sldMk cId="0" sldId="256"/>
            <ac:spMk id="27" creationId="{00000000-0000-0000-0000-000000000000}"/>
          </ac:spMkLst>
        </pc:spChg>
      </pc:sldChg>
    </pc:docChg>
  </pc:docChgLst>
  <pc:docChgLst>
    <pc:chgData name="MD_France" userId="4d74e1c5-d7e7-4961-8970-e2e01441fef0" providerId="ADAL" clId="{FE53D418-44F5-407A-AEFD-DEA4C3C94365}"/>
    <pc:docChg chg="custSel modSld">
      <pc:chgData name="MD_France" userId="4d74e1c5-d7e7-4961-8970-e2e01441fef0" providerId="ADAL" clId="{FE53D418-44F5-407A-AEFD-DEA4C3C94365}" dt="2026-09-10T08:58:17.136" v="7" actId="27636"/>
      <pc:docMkLst>
        <pc:docMk/>
      </pc:docMkLst>
      <pc:sldChg chg="modSp mod">
        <pc:chgData name="MD_France" userId="4d74e1c5-d7e7-4961-8970-e2e01441fef0" providerId="ADAL" clId="{FE53D418-44F5-407A-AEFD-DEA4C3C94365}" dt="2026-09-10T08:58:17.136" v="7" actId="27636"/>
        <pc:sldMkLst>
          <pc:docMk/>
          <pc:sldMk cId="1647374369" sldId="492"/>
        </pc:sldMkLst>
        <pc:spChg chg="mod">
          <ac:chgData name="MD_France" userId="4d74e1c5-d7e7-4961-8970-e2e01441fef0" providerId="ADAL" clId="{FE53D418-44F5-407A-AEFD-DEA4C3C94365}" dt="2026-09-10T08:58:17.131" v="5" actId="27636"/>
          <ac:spMkLst>
            <pc:docMk/>
            <pc:sldMk cId="1647374369" sldId="492"/>
            <ac:spMk id="7" creationId="{990C2CA4-461C-5868-1F04-B65DB2D2ABE8}"/>
          </ac:spMkLst>
        </pc:spChg>
        <pc:spChg chg="mod">
          <ac:chgData name="MD_France" userId="4d74e1c5-d7e7-4961-8970-e2e01441fef0" providerId="ADAL" clId="{FE53D418-44F5-407A-AEFD-DEA4C3C94365}" dt="2026-09-10T08:58:17.127" v="4" actId="27636"/>
          <ac:spMkLst>
            <pc:docMk/>
            <pc:sldMk cId="1647374369" sldId="492"/>
            <ac:spMk id="23" creationId="{570F1961-C767-2C75-0868-ADECD3D8A3BB}"/>
          </ac:spMkLst>
        </pc:spChg>
        <pc:spChg chg="mod">
          <ac:chgData name="MD_France" userId="4d74e1c5-d7e7-4961-8970-e2e01441fef0" providerId="ADAL" clId="{FE53D418-44F5-407A-AEFD-DEA4C3C94365}" dt="2026-09-10T08:58:17.134" v="6" actId="27636"/>
          <ac:spMkLst>
            <pc:docMk/>
            <pc:sldMk cId="1647374369" sldId="492"/>
            <ac:spMk id="27" creationId="{C1EBE6EC-B991-EA08-B442-B01542EFFB43}"/>
          </ac:spMkLst>
        </pc:spChg>
        <pc:spChg chg="mod">
          <ac:chgData name="MD_France" userId="4d74e1c5-d7e7-4961-8970-e2e01441fef0" providerId="ADAL" clId="{FE53D418-44F5-407A-AEFD-DEA4C3C94365}" dt="2026-09-10T08:58:17.136" v="7" actId="27636"/>
          <ac:spMkLst>
            <pc:docMk/>
            <pc:sldMk cId="1647374369" sldId="492"/>
            <ac:spMk id="31" creationId="{7FBC2189-03EF-70BC-D92F-C0EB5D144239}"/>
          </ac:spMkLst>
        </pc:spChg>
      </pc:sldChg>
      <pc:sldChg chg="modSp mod">
        <pc:chgData name="MD_France" userId="4d74e1c5-d7e7-4961-8970-e2e01441fef0" providerId="ADAL" clId="{FE53D418-44F5-407A-AEFD-DEA4C3C94365}" dt="2026-09-10T08:58:17.120" v="3" actId="27636"/>
        <pc:sldMkLst>
          <pc:docMk/>
          <pc:sldMk cId="5538717" sldId="502"/>
        </pc:sldMkLst>
        <pc:spChg chg="mod">
          <ac:chgData name="MD_France" userId="4d74e1c5-d7e7-4961-8970-e2e01441fef0" providerId="ADAL" clId="{FE53D418-44F5-407A-AEFD-DEA4C3C94365}" dt="2026-09-10T08:58:17.120" v="3" actId="27636"/>
          <ac:spMkLst>
            <pc:docMk/>
            <pc:sldMk cId="5538717" sldId="502"/>
            <ac:spMk id="7" creationId="{6D1E89C1-9990-5D56-5349-A52A7155B974}"/>
          </ac:spMkLst>
        </pc:spChg>
        <pc:spChg chg="mod">
          <ac:chgData name="MD_France" userId="4d74e1c5-d7e7-4961-8970-e2e01441fef0" providerId="ADAL" clId="{FE53D418-44F5-407A-AEFD-DEA4C3C94365}" dt="2026-09-10T08:58:17.108" v="0" actId="27636"/>
          <ac:spMkLst>
            <pc:docMk/>
            <pc:sldMk cId="5538717" sldId="502"/>
            <ac:spMk id="23" creationId="{917165E1-A4A9-8C02-D8F1-3E9DBC1D5A95}"/>
          </ac:spMkLst>
        </pc:spChg>
        <pc:spChg chg="mod">
          <ac:chgData name="MD_France" userId="4d74e1c5-d7e7-4961-8970-e2e01441fef0" providerId="ADAL" clId="{FE53D418-44F5-407A-AEFD-DEA4C3C94365}" dt="2026-09-10T08:58:17.115" v="2" actId="27636"/>
          <ac:spMkLst>
            <pc:docMk/>
            <pc:sldMk cId="5538717" sldId="502"/>
            <ac:spMk id="27" creationId="{05419256-953F-375E-5773-A6D2DB5EB44B}"/>
          </ac:spMkLst>
        </pc:spChg>
        <pc:spChg chg="mod">
          <ac:chgData name="MD_France" userId="4d74e1c5-d7e7-4961-8970-e2e01441fef0" providerId="ADAL" clId="{FE53D418-44F5-407A-AEFD-DEA4C3C94365}" dt="2026-09-10T08:58:17.115" v="1" actId="27636"/>
          <ac:spMkLst>
            <pc:docMk/>
            <pc:sldMk cId="5538717" sldId="502"/>
            <ac:spMk id="31" creationId="{D2B6F9F9-AEEB-A6E1-5F62-68241B253C0F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161616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161616"/>
      </a:buClr>
      <a:buFont typeface="Geist"/>
      <a:defRPr sz="1400" b="0" i="0" u="none" strike="noStrike" cap="none">
        <a:solidFill>
          <a:srgbClr val="161616"/>
        </a:solidFill>
        <a:latin typeface="Geist"/>
        <a:ea typeface="Geist"/>
        <a:cs typeface="Geist"/>
        <a:sym typeface="Geist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161616"/>
      </a:buClr>
      <a:buFont typeface="Geist"/>
      <a:defRPr sz="1400" b="0" i="0" u="none" strike="noStrike" cap="none">
        <a:solidFill>
          <a:srgbClr val="161616"/>
        </a:solidFill>
        <a:latin typeface="Geist"/>
        <a:ea typeface="Geist"/>
        <a:cs typeface="Geist"/>
        <a:sym typeface="Geist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161616"/>
      </a:buClr>
      <a:buFont typeface="Geist"/>
      <a:defRPr sz="1400" b="0" i="0" u="none" strike="noStrike" cap="none">
        <a:solidFill>
          <a:srgbClr val="161616"/>
        </a:solidFill>
        <a:latin typeface="Geist"/>
        <a:ea typeface="Geist"/>
        <a:cs typeface="Geist"/>
        <a:sym typeface="Geist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161616"/>
      </a:buClr>
      <a:buFont typeface="Geist"/>
      <a:defRPr sz="1400" b="0" i="0" u="none" strike="noStrike" cap="none">
        <a:solidFill>
          <a:srgbClr val="161616"/>
        </a:solidFill>
        <a:latin typeface="Geist"/>
        <a:ea typeface="Geist"/>
        <a:cs typeface="Geist"/>
        <a:sym typeface="Geist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161616"/>
      </a:buClr>
      <a:buFont typeface="Geist"/>
      <a:defRPr sz="1400" b="0" i="0" u="none" strike="noStrike" cap="none">
        <a:solidFill>
          <a:srgbClr val="161616"/>
        </a:solidFill>
        <a:latin typeface="Geist"/>
        <a:ea typeface="Geist"/>
        <a:cs typeface="Geist"/>
        <a:sym typeface="Geist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161616"/>
      </a:buClr>
      <a:buFont typeface="Geist"/>
      <a:defRPr sz="1400" b="0" i="0" u="none" strike="noStrike" cap="none">
        <a:solidFill>
          <a:srgbClr val="161616"/>
        </a:solidFill>
        <a:latin typeface="Geist"/>
        <a:ea typeface="Geist"/>
        <a:cs typeface="Geist"/>
        <a:sym typeface="Geist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161616"/>
      </a:buClr>
      <a:buFont typeface="Geist"/>
      <a:defRPr sz="1400" b="0" i="0" u="none" strike="noStrike" cap="none">
        <a:solidFill>
          <a:srgbClr val="161616"/>
        </a:solidFill>
        <a:latin typeface="Geist"/>
        <a:ea typeface="Geist"/>
        <a:cs typeface="Geist"/>
        <a:sym typeface="Geist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161616"/>
      </a:buClr>
      <a:buFont typeface="Geist"/>
      <a:defRPr sz="1400" b="0" i="0" u="none" strike="noStrike" cap="none">
        <a:solidFill>
          <a:srgbClr val="161616"/>
        </a:solidFill>
        <a:latin typeface="Geist"/>
        <a:ea typeface="Geist"/>
        <a:cs typeface="Geist"/>
        <a:sym typeface="Geist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161616"/>
      </a:buClr>
      <a:buFont typeface="Geist"/>
      <a:defRPr sz="1400" b="0" i="0" u="none" strike="noStrike" cap="none">
        <a:solidFill>
          <a:srgbClr val="161616"/>
        </a:solidFill>
        <a:latin typeface="Geist"/>
        <a:ea typeface="Geist"/>
        <a:cs typeface="Geist"/>
        <a:sym typeface="Geist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eba968c2ef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3" name="Google Shape;13;g3eba968c2ef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eba968c2ef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34" name="Google Shape;34;g3eba968c2ef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>
          <a:extLst>
            <a:ext uri="{FF2B5EF4-FFF2-40B4-BE49-F238E27FC236}">
              <a16:creationId xmlns:a16="http://schemas.microsoft.com/office/drawing/2014/main" id="{6B6FA6F4-5003-0E05-EDCF-693EADBA8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eba968c2ef_0_224:notes">
            <a:extLst>
              <a:ext uri="{FF2B5EF4-FFF2-40B4-BE49-F238E27FC236}">
                <a16:creationId xmlns:a16="http://schemas.microsoft.com/office/drawing/2014/main" id="{AF2ACE01-80D8-52FA-DF6F-8A332F7731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34" name="Google Shape;34;g3eba968c2ef_0_224:notes">
            <a:extLst>
              <a:ext uri="{FF2B5EF4-FFF2-40B4-BE49-F238E27FC236}">
                <a16:creationId xmlns:a16="http://schemas.microsoft.com/office/drawing/2014/main" id="{1093BDEC-F973-6EBE-836E-007474A552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89511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ba968c2e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55" name="Google Shape;155;g3eba968c2e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35D271B5-0A30-B41B-7EFA-DEAAA5EEC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d7d65a7b2_0_435:notes">
            <a:extLst>
              <a:ext uri="{FF2B5EF4-FFF2-40B4-BE49-F238E27FC236}">
                <a16:creationId xmlns:a16="http://schemas.microsoft.com/office/drawing/2014/main" id="{B1C73E49-8183-6843-4FBC-4D2F0C98D4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73" name="Google Shape;173;g3ed7d65a7b2_0_435:notes">
            <a:extLst>
              <a:ext uri="{FF2B5EF4-FFF2-40B4-BE49-F238E27FC236}">
                <a16:creationId xmlns:a16="http://schemas.microsoft.com/office/drawing/2014/main" id="{F8359558-A417-2F1E-EDD3-E109F2D92A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77606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7A74D6AC-E8D1-9A22-E109-5287A3937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d7d65a7b2_0_435:notes">
            <a:extLst>
              <a:ext uri="{FF2B5EF4-FFF2-40B4-BE49-F238E27FC236}">
                <a16:creationId xmlns:a16="http://schemas.microsoft.com/office/drawing/2014/main" id="{67B4FFC5-A45C-FCBE-DE32-FD9E25AFB6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73" name="Google Shape;173;g3ed7d65a7b2_0_435:notes">
            <a:extLst>
              <a:ext uri="{FF2B5EF4-FFF2-40B4-BE49-F238E27FC236}">
                <a16:creationId xmlns:a16="http://schemas.microsoft.com/office/drawing/2014/main" id="{A4864175-77B7-C423-8826-389B9008F5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08443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eba968c2e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269" name="Google Shape;269;g3eba968c2e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eba968c2ef_0_5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317" name="Google Shape;317;g3eba968c2ef_0_5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>
          <a:extLst>
            <a:ext uri="{FF2B5EF4-FFF2-40B4-BE49-F238E27FC236}">
              <a16:creationId xmlns:a16="http://schemas.microsoft.com/office/drawing/2014/main" id="{07883224-F6B4-1E4D-22A8-CCEDE9F14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eba968c2ef_0_9:notes">
            <a:extLst>
              <a:ext uri="{FF2B5EF4-FFF2-40B4-BE49-F238E27FC236}">
                <a16:creationId xmlns:a16="http://schemas.microsoft.com/office/drawing/2014/main" id="{E1C05287-F5E2-3FA0-57C4-A4CF5305BC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269" name="Google Shape;269;g3eba968c2ef_0_9:notes">
            <a:extLst>
              <a:ext uri="{FF2B5EF4-FFF2-40B4-BE49-F238E27FC236}">
                <a16:creationId xmlns:a16="http://schemas.microsoft.com/office/drawing/2014/main" id="{1A7246EC-DB37-14DD-A487-DB98F46C7C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21941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>
          <a:extLst>
            <a:ext uri="{FF2B5EF4-FFF2-40B4-BE49-F238E27FC236}">
              <a16:creationId xmlns:a16="http://schemas.microsoft.com/office/drawing/2014/main" id="{DBD18944-DC6A-4E1D-4068-74CF4ABF3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eba968c2ef_0_445:notes">
            <a:extLst>
              <a:ext uri="{FF2B5EF4-FFF2-40B4-BE49-F238E27FC236}">
                <a16:creationId xmlns:a16="http://schemas.microsoft.com/office/drawing/2014/main" id="{9A2E4584-4EF7-9214-EA25-2CAFFF4EC8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368" name="Google Shape;368;g3eba968c2ef_0_445:notes">
            <a:extLst>
              <a:ext uri="{FF2B5EF4-FFF2-40B4-BE49-F238E27FC236}">
                <a16:creationId xmlns:a16="http://schemas.microsoft.com/office/drawing/2014/main" id="{09B49F23-D598-7AC9-B7B3-CCCCAF3A5B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18436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>
          <a:extLst>
            <a:ext uri="{FF2B5EF4-FFF2-40B4-BE49-F238E27FC236}">
              <a16:creationId xmlns:a16="http://schemas.microsoft.com/office/drawing/2014/main" id="{F57D1AA9-5BFB-F955-3418-6CB38FA9D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eba968c2ef_0_607:notes">
            <a:extLst>
              <a:ext uri="{FF2B5EF4-FFF2-40B4-BE49-F238E27FC236}">
                <a16:creationId xmlns:a16="http://schemas.microsoft.com/office/drawing/2014/main" id="{4EA4DCAF-8C39-0767-597F-49B02658D9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431" name="Google Shape;431;g3eba968c2ef_0_607:notes">
            <a:extLst>
              <a:ext uri="{FF2B5EF4-FFF2-40B4-BE49-F238E27FC236}">
                <a16:creationId xmlns:a16="http://schemas.microsoft.com/office/drawing/2014/main" id="{3FB2A092-75B7-1104-6BC0-70330EE9CE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63029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ed7d65a7b2_0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501" name="Google Shape;501;g3ed7d65a7b2_0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eba968c2ef_0_6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585" name="Google Shape;585;g3eba968c2ef_0_6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>
          <a:extLst>
            <a:ext uri="{FF2B5EF4-FFF2-40B4-BE49-F238E27FC236}">
              <a16:creationId xmlns:a16="http://schemas.microsoft.com/office/drawing/2014/main" id="{90E06410-0331-0C2E-5105-DDF960340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eba968c2ef_0_678:notes">
            <a:extLst>
              <a:ext uri="{FF2B5EF4-FFF2-40B4-BE49-F238E27FC236}">
                <a16:creationId xmlns:a16="http://schemas.microsoft.com/office/drawing/2014/main" id="{6870FB01-7E9B-592D-0D28-02C6B9FE91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585" name="Google Shape;585;g3eba968c2ef_0_678:notes">
            <a:extLst>
              <a:ext uri="{FF2B5EF4-FFF2-40B4-BE49-F238E27FC236}">
                <a16:creationId xmlns:a16="http://schemas.microsoft.com/office/drawing/2014/main" id="{2A00906B-5741-4A13-69D4-92ECC8F979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52101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20731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eba968c2ef_0_7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669" name="Google Shape;669;g3eba968c2ef_0_7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>
          <a:extLst>
            <a:ext uri="{FF2B5EF4-FFF2-40B4-BE49-F238E27FC236}">
              <a16:creationId xmlns:a16="http://schemas.microsoft.com/office/drawing/2014/main" id="{27C0276F-F5AE-3984-AD36-CC25E3C79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eba968c2ef_0_796:notes">
            <a:extLst>
              <a:ext uri="{FF2B5EF4-FFF2-40B4-BE49-F238E27FC236}">
                <a16:creationId xmlns:a16="http://schemas.microsoft.com/office/drawing/2014/main" id="{AE4BAA63-E5D0-1E72-5934-E6B1EC3634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669" name="Google Shape;669;g3eba968c2ef_0_796:notes">
            <a:extLst>
              <a:ext uri="{FF2B5EF4-FFF2-40B4-BE49-F238E27FC236}">
                <a16:creationId xmlns:a16="http://schemas.microsoft.com/office/drawing/2014/main" id="{0B009210-DD30-67CB-C8C3-5949024486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00199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93488-E1F2-9E21-AF18-706564356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F1639B-16EC-BBB3-2A06-18B3B42096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BC6EF0-BA8C-8914-28A0-9C521D2312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single headline figure for maximum impact.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C7F0AB-FBDA-DB03-DD15-DB5572D939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2767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531E0-EB58-C4CC-EE47-9EBC9B77E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A7DF42-5B82-714E-1803-7012AE14AF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A651B3-9023-0614-4E3C-D2E434AF2E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single headline figure for maximum impact.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FDD933-5B42-AF9D-4119-5AB53D91D2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4194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28589-2A2B-F7BD-917F-657706B6A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A56F4F-DDC6-CBC1-4FA5-560E1F71D6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377A07-5195-E329-CA64-C0ED7A36B4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single headline figure for maximum impact.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402498-F306-D4B3-277D-5F9EB53BFB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4732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3eba968c2ef_0_1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856" name="Google Shape;856;g3eba968c2ef_0_1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3eba968c2ef_0_10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934" name="Google Shape;934;g3eba968c2ef_0_10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6ABB1-A853-1845-7A56-0784AB556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5F684A-1B80-A174-E1BE-ACCB77BFDD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6AF611-A701-E77F-27F2-F1B43C9D5D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Metric cards — headline KPIs at a glance.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217A8-E587-4F4A-916F-6395151E9B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6015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3EB37-772A-EC3A-6AE3-92048B45E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1EAEB9-06EE-5965-EE42-FA07A2CC6C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8FA9EC-C5A8-9447-CEDB-7EB11370BE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SWOT analysis — four quadrants.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3B8AFB-DCC3-2D22-326E-CB2A086805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3842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D368B-2F96-6CDD-5616-ACCCE5E80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B754F1-E73E-A798-B506-CA1861F31E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B58C8A-BC1C-9283-31E1-6586C662BF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E33CE9-1750-6432-F3A3-B96D4A66D4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2858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EA819-25C9-7A84-0CF7-44327F71E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24F9D2-4A37-655D-CEFB-A6A4CE4C4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F18062-55DC-33BE-6D42-D65840DB2C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B32B3-B04C-3A64-B4EB-9342DD3DDF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0679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3eba968c2ef_0_1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132" name="Google Shape;1132;g3eba968c2ef_0_1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FFB17-9984-44E5-ADFB-21778EFD0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0EF4DD-0D10-FB1C-F1EA-786A9C1A35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306980-472D-A6CE-2E93-DDEE0AF939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Feature comparison across options. The middle column is highlighted.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F567E-7FED-BD1C-B0E9-2B0AF804A2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02306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E4DCC-B45D-C9D7-BBDF-4AA771C34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8B9DD5-B9C7-D5BD-E51A-B2EDB61EDB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588E58-F7B4-1F55-CEAA-9BEC982F6F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Customer journey map — stages against actions, pain points and opportunities.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FC98E-29B5-B357-46D8-98C0AE8873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2887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A1719-660D-40DE-00AD-A55B78E49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15189B-AB6E-8284-152A-0671BEDAC6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E5FE86-4832-BFB9-95FD-C7DC6CB3BC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Operating-model capability map across three domains.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03913-6758-F031-D6B6-CE639B6E3B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73197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71F9D-086A-B79D-D047-C37E3EF21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7E471A-658E-C3D1-1C87-2BA6DF4A65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4835CC-FB3D-83D0-AB5A-A064CBDF4F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Value chain — primary activities as a linked chain over support activities.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F6C5DD-9CEF-9FFB-FF19-2778CF143D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81791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Contrast the current state with the target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Strategic options compared — pros/cons per option, one recommended.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935977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3ec52384f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165" name="Google Shape;1165;g3ec52384f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g3ec52384f3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195" name="Google Shape;1195;g3ec52384f3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g3eba968c2ef_0_15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229" name="Google Shape;1229;g3eba968c2ef_0_15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g3eba968c2ef_0_15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252" name="Google Shape;1252;g3eba968c2ef_0_15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033023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g3eba968c2ef_0_14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278" name="Google Shape;1278;g3eba968c2ef_0_14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487900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4EE6E-1A60-95E1-0A8E-1CE3B1817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CBB37B-5766-92C3-22BC-38180B6595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FE59DE-FD16-15BE-E33B-4B1C647EF5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Kanban-style status columns.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EE439-E8D3-4AEB-D60E-C9440AF6AA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57698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B0F25-B6ED-EFA1-ABBD-981C3952B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4EEF17-A597-CEC8-E3E4-6E07FEEBA1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A5AE26-3662-0878-5A29-343BCAD444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OKR slide — one objective with three measurable key results.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4C360E-63A7-7E14-7834-B161C92E4E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75098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D7BBE-BCEC-9D79-BBCF-0E474A0E7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E9F1CF-5B03-1C69-F6C8-FD103F5F2F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E6D4E9-7F87-CD2C-3D47-1519FD969C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Prioritised recommendations with owners and timelines.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8106A9-D53D-BF03-ABBA-302E30F0D1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93479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5EDDC-FBD9-590D-21C8-E764A5FAD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AE4D29-F41F-5345-2D9A-0D8E9FC724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C8BED5-D830-A475-E68A-622C3245FD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Prioritised recommendations with owners and timelines.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C97F0-71BA-4D6B-7E87-028D0B56A3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9333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3eba968c2ef_0_9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751" name="Google Shape;751;g3eba968c2ef_0_9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057491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g3eba968c2ef_0_1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026" name="Google Shape;1026;g3eba968c2ef_0_1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493630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Google Shape;1603;g3ed7d65a7b2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604" name="Google Shape;1604;g3ed7d65a7b2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476034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6" name="Google Shape;1696;g3eba968c2ef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697" name="Google Shape;1697;g3eba968c2ef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357885BC-A50F-7FEF-F3E0-3A9DC6126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ba968c2ef_0_3:notes">
            <a:extLst>
              <a:ext uri="{FF2B5EF4-FFF2-40B4-BE49-F238E27FC236}">
                <a16:creationId xmlns:a16="http://schemas.microsoft.com/office/drawing/2014/main" id="{D755FE1F-9880-9E9B-476B-4828AA6D2A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33" name="Google Shape;133;g3eba968c2ef_0_3:notes">
            <a:extLst>
              <a:ext uri="{FF2B5EF4-FFF2-40B4-BE49-F238E27FC236}">
                <a16:creationId xmlns:a16="http://schemas.microsoft.com/office/drawing/2014/main" id="{FA0D85DA-3C36-B161-B343-54EE92244D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092575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1FE94AF7-82AA-EB7B-E790-CE7100296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d7d65a7b2_0_435:notes">
            <a:extLst>
              <a:ext uri="{FF2B5EF4-FFF2-40B4-BE49-F238E27FC236}">
                <a16:creationId xmlns:a16="http://schemas.microsoft.com/office/drawing/2014/main" id="{789488F0-F104-BB9F-6FD1-B3A6288842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73" name="Google Shape;173;g3ed7d65a7b2_0_435:notes">
            <a:extLst>
              <a:ext uri="{FF2B5EF4-FFF2-40B4-BE49-F238E27FC236}">
                <a16:creationId xmlns:a16="http://schemas.microsoft.com/office/drawing/2014/main" id="{FF417F92-4811-6CD0-FE7D-97E14C1BE5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310627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243C4DFB-7897-E359-4666-137B083FB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d7d65a7b2_0_435:notes">
            <a:extLst>
              <a:ext uri="{FF2B5EF4-FFF2-40B4-BE49-F238E27FC236}">
                <a16:creationId xmlns:a16="http://schemas.microsoft.com/office/drawing/2014/main" id="{6B732818-45F9-51A6-DD73-5655DDFF8F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73" name="Google Shape;173;g3ed7d65a7b2_0_435:notes">
            <a:extLst>
              <a:ext uri="{FF2B5EF4-FFF2-40B4-BE49-F238E27FC236}">
                <a16:creationId xmlns:a16="http://schemas.microsoft.com/office/drawing/2014/main" id="{4674E654-D328-B381-40A5-9765DB9E91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266095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>
          <a:extLst>
            <a:ext uri="{FF2B5EF4-FFF2-40B4-BE49-F238E27FC236}">
              <a16:creationId xmlns:a16="http://schemas.microsoft.com/office/drawing/2014/main" id="{EE98CEE7-8449-EAFB-B89E-2A8256CCB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eba968c2ef_0_678:notes">
            <a:extLst>
              <a:ext uri="{FF2B5EF4-FFF2-40B4-BE49-F238E27FC236}">
                <a16:creationId xmlns:a16="http://schemas.microsoft.com/office/drawing/2014/main" id="{EADB1FC4-D214-A21F-43A2-D9CF3295E9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585" name="Google Shape;585;g3eba968c2ef_0_678:notes">
            <a:extLst>
              <a:ext uri="{FF2B5EF4-FFF2-40B4-BE49-F238E27FC236}">
                <a16:creationId xmlns:a16="http://schemas.microsoft.com/office/drawing/2014/main" id="{042330E1-4127-4065-1034-38CAE6AA2F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969058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Empty background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2530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3_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708400" y="4824000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SzPts val="275"/>
              <a:buNone/>
              <a:defRPr sz="1000">
                <a:solidFill>
                  <a:schemeClr val="dk1"/>
                </a:solidFill>
                <a:latin typeface="Ufficio 300" pitchFamily="2" charset="0"/>
              </a:defRPr>
            </a:lvl1pPr>
            <a:lvl2pPr lvl="1">
              <a:buSzPts val="275"/>
              <a:buNone/>
              <a:defRPr sz="1000">
                <a:solidFill>
                  <a:schemeClr val="dk1"/>
                </a:solidFill>
              </a:defRPr>
            </a:lvl2pPr>
            <a:lvl3pPr lvl="2">
              <a:buSzPts val="275"/>
              <a:buNone/>
              <a:defRPr sz="1000">
                <a:solidFill>
                  <a:schemeClr val="dk1"/>
                </a:solidFill>
              </a:defRPr>
            </a:lvl3pPr>
            <a:lvl4pPr lvl="3">
              <a:buSzPts val="275"/>
              <a:buNone/>
              <a:defRPr sz="1000">
                <a:solidFill>
                  <a:schemeClr val="dk1"/>
                </a:solidFill>
              </a:defRPr>
            </a:lvl4pPr>
            <a:lvl5pPr lvl="4">
              <a:buSzPts val="275"/>
              <a:buNone/>
              <a:defRPr sz="1000">
                <a:solidFill>
                  <a:schemeClr val="dk1"/>
                </a:solidFill>
              </a:defRPr>
            </a:lvl5pPr>
            <a:lvl6pPr lvl="5">
              <a:buSzPts val="275"/>
              <a:buNone/>
              <a:defRPr sz="1000">
                <a:solidFill>
                  <a:schemeClr val="dk1"/>
                </a:solidFill>
              </a:defRPr>
            </a:lvl6pPr>
            <a:lvl7pPr lvl="6">
              <a:buSzPts val="275"/>
              <a:buNone/>
              <a:defRPr sz="1000">
                <a:solidFill>
                  <a:schemeClr val="dk1"/>
                </a:solidFill>
              </a:defRPr>
            </a:lvl7pPr>
            <a:lvl8pPr lvl="7">
              <a:buSzPts val="275"/>
              <a:buNone/>
              <a:defRPr sz="1000">
                <a:solidFill>
                  <a:schemeClr val="dk1"/>
                </a:solidFill>
              </a:defRPr>
            </a:lvl8pPr>
            <a:lvl9pPr lvl="8">
              <a:buSzPts val="275"/>
              <a:buNone/>
              <a:defRPr sz="1000">
                <a:solidFill>
                  <a:schemeClr val="dk1"/>
                </a:solidFill>
              </a:defRPr>
            </a:lvl9pPr>
          </a:lstStyle>
          <a:p>
            <a:fld id="{00000000-1234-1234-1234-123412341234}" type="slidenum">
              <a:rPr lang="fr-FR" smtClean="0"/>
              <a:pPr/>
              <a:t>‹N°›</a:t>
            </a:fld>
            <a:endParaRPr lang="fr-FR">
              <a:latin typeface="Ufficio 300" pitchFamily="2" charset="0"/>
            </a:endParaRP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A14F8C15-DFF4-6DFA-854C-AC0004A19132}"/>
              </a:ext>
            </a:extLst>
          </p:cNvPr>
          <p:cNvCxnSpPr/>
          <p:nvPr userDrawn="1"/>
        </p:nvCxnSpPr>
        <p:spPr>
          <a:xfrm>
            <a:off x="0" y="19440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7A89DC42-DD8C-BA2F-451C-039594B42ECF}"/>
              </a:ext>
            </a:extLst>
          </p:cNvPr>
          <p:cNvCxnSpPr/>
          <p:nvPr userDrawn="1"/>
        </p:nvCxnSpPr>
        <p:spPr>
          <a:xfrm>
            <a:off x="0" y="496440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8778BA30-3BA7-7117-28F7-317FA85A57A8}"/>
              </a:ext>
            </a:extLst>
          </p:cNvPr>
          <p:cNvCxnSpPr>
            <a:cxnSpLocks/>
          </p:cNvCxnSpPr>
          <p:nvPr userDrawn="1"/>
        </p:nvCxnSpPr>
        <p:spPr>
          <a:xfrm>
            <a:off x="180000" y="-7200"/>
            <a:ext cx="0" cy="515520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682F9929-8894-689F-2DAA-01FF49CEE08D}"/>
              </a:ext>
            </a:extLst>
          </p:cNvPr>
          <p:cNvCxnSpPr>
            <a:cxnSpLocks/>
          </p:cNvCxnSpPr>
          <p:nvPr userDrawn="1"/>
        </p:nvCxnSpPr>
        <p:spPr>
          <a:xfrm>
            <a:off x="9000000" y="-5610"/>
            <a:ext cx="0" cy="515520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Graphique 17">
            <a:extLst>
              <a:ext uri="{FF2B5EF4-FFF2-40B4-BE49-F238E27FC236}">
                <a16:creationId xmlns:a16="http://schemas.microsoft.com/office/drawing/2014/main" id="{0DDE26B7-F549-D670-E187-E8221F21CFCB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95384" y="198960"/>
            <a:ext cx="198000" cy="198000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2C26FA45-6371-CD42-896A-C83021F9CA7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84293" y="4762800"/>
            <a:ext cx="1058400" cy="199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715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Background yellow with logo">
    <p:bg>
      <p:bgPr>
        <a:solidFill>
          <a:schemeClr val="accen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564750" y="4822225"/>
            <a:ext cx="435000" cy="131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SzPts val="275"/>
              <a:buNone/>
              <a:defRPr sz="1000">
                <a:solidFill>
                  <a:schemeClr val="dk1"/>
                </a:solidFill>
                <a:latin typeface="Ufficio 300" pitchFamily="2" charset="0"/>
              </a:defRPr>
            </a:lvl1pPr>
            <a:lvl2pPr lvl="1">
              <a:buSzPts val="275"/>
              <a:buNone/>
              <a:defRPr sz="1000">
                <a:solidFill>
                  <a:schemeClr val="dk1"/>
                </a:solidFill>
              </a:defRPr>
            </a:lvl2pPr>
            <a:lvl3pPr lvl="2">
              <a:buSzPts val="275"/>
              <a:buNone/>
              <a:defRPr sz="1000">
                <a:solidFill>
                  <a:schemeClr val="dk1"/>
                </a:solidFill>
              </a:defRPr>
            </a:lvl3pPr>
            <a:lvl4pPr lvl="3">
              <a:buSzPts val="275"/>
              <a:buNone/>
              <a:defRPr sz="1000">
                <a:solidFill>
                  <a:schemeClr val="dk1"/>
                </a:solidFill>
              </a:defRPr>
            </a:lvl4pPr>
            <a:lvl5pPr lvl="4">
              <a:buSzPts val="275"/>
              <a:buNone/>
              <a:defRPr sz="1000">
                <a:solidFill>
                  <a:schemeClr val="dk1"/>
                </a:solidFill>
              </a:defRPr>
            </a:lvl5pPr>
            <a:lvl6pPr lvl="5">
              <a:buSzPts val="275"/>
              <a:buNone/>
              <a:defRPr sz="1000">
                <a:solidFill>
                  <a:schemeClr val="dk1"/>
                </a:solidFill>
              </a:defRPr>
            </a:lvl6pPr>
            <a:lvl7pPr lvl="6">
              <a:buSzPts val="275"/>
              <a:buNone/>
              <a:defRPr sz="1000">
                <a:solidFill>
                  <a:schemeClr val="dk1"/>
                </a:solidFill>
              </a:defRPr>
            </a:lvl7pPr>
            <a:lvl8pPr lvl="7">
              <a:buSzPts val="275"/>
              <a:buNone/>
              <a:defRPr sz="1000">
                <a:solidFill>
                  <a:schemeClr val="dk1"/>
                </a:solidFill>
              </a:defRPr>
            </a:lvl8pPr>
            <a:lvl9pPr lvl="8">
              <a:buSzPts val="275"/>
              <a:buNone/>
              <a:defRPr sz="1000">
                <a:solidFill>
                  <a:schemeClr val="dk1"/>
                </a:solidFill>
              </a:defRPr>
            </a:lvl9pPr>
          </a:lstStyle>
          <a:p>
            <a:fld id="{00000000-1234-1234-1234-123412341234}" type="slidenum">
              <a:rPr lang="fr-FR" smtClean="0"/>
              <a:pPr/>
              <a:t>‹N°›</a:t>
            </a:fld>
            <a:endParaRPr lang="fr-FR">
              <a:latin typeface="Ufficio 300" pitchFamily="2" charset="0"/>
            </a:endParaRP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A14F8C15-DFF4-6DFA-854C-AC0004A19132}"/>
              </a:ext>
            </a:extLst>
          </p:cNvPr>
          <p:cNvCxnSpPr/>
          <p:nvPr userDrawn="1"/>
        </p:nvCxnSpPr>
        <p:spPr>
          <a:xfrm>
            <a:off x="0" y="19440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7A89DC42-DD8C-BA2F-451C-039594B42ECF}"/>
              </a:ext>
            </a:extLst>
          </p:cNvPr>
          <p:cNvCxnSpPr/>
          <p:nvPr userDrawn="1"/>
        </p:nvCxnSpPr>
        <p:spPr>
          <a:xfrm>
            <a:off x="0" y="496440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8778BA30-3BA7-7117-28F7-317FA85A57A8}"/>
              </a:ext>
            </a:extLst>
          </p:cNvPr>
          <p:cNvCxnSpPr>
            <a:cxnSpLocks/>
          </p:cNvCxnSpPr>
          <p:nvPr userDrawn="1"/>
        </p:nvCxnSpPr>
        <p:spPr>
          <a:xfrm>
            <a:off x="180000" y="-7200"/>
            <a:ext cx="0" cy="515520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682F9929-8894-689F-2DAA-01FF49CEE08D}"/>
              </a:ext>
            </a:extLst>
          </p:cNvPr>
          <p:cNvCxnSpPr>
            <a:cxnSpLocks/>
          </p:cNvCxnSpPr>
          <p:nvPr userDrawn="1"/>
        </p:nvCxnSpPr>
        <p:spPr>
          <a:xfrm>
            <a:off x="9000000" y="-5610"/>
            <a:ext cx="0" cy="515520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Image 19">
            <a:extLst>
              <a:ext uri="{FF2B5EF4-FFF2-40B4-BE49-F238E27FC236}">
                <a16:creationId xmlns:a16="http://schemas.microsoft.com/office/drawing/2014/main" id="{2C26FA45-6371-CD42-896A-C83021F9CA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4293" y="4762800"/>
            <a:ext cx="1058400" cy="199676"/>
          </a:xfrm>
          <a:prstGeom prst="rect">
            <a:avLst/>
          </a:prstGeom>
        </p:spPr>
      </p:pic>
      <p:pic>
        <p:nvPicPr>
          <p:cNvPr id="2" name="Graphique 1">
            <a:extLst>
              <a:ext uri="{FF2B5EF4-FFF2-40B4-BE49-F238E27FC236}">
                <a16:creationId xmlns:a16="http://schemas.microsoft.com/office/drawing/2014/main" id="{490F4D9A-8844-3EFD-7B7A-FEFC8CA525EB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95384" y="198960"/>
            <a:ext cx="198000" cy="19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183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2_Title slide">
    <p:bg>
      <p:bgPr>
        <a:solidFill>
          <a:schemeClr val="bg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564750" y="4822225"/>
            <a:ext cx="435000" cy="131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SzPts val="275"/>
              <a:buNone/>
              <a:defRPr sz="1000">
                <a:solidFill>
                  <a:schemeClr val="dk1"/>
                </a:solidFill>
                <a:latin typeface="Ufficio 300" pitchFamily="2" charset="0"/>
              </a:defRPr>
            </a:lvl1pPr>
            <a:lvl2pPr lvl="1">
              <a:buSzPts val="275"/>
              <a:buNone/>
              <a:defRPr sz="1000">
                <a:solidFill>
                  <a:schemeClr val="dk1"/>
                </a:solidFill>
              </a:defRPr>
            </a:lvl2pPr>
            <a:lvl3pPr lvl="2">
              <a:buSzPts val="275"/>
              <a:buNone/>
              <a:defRPr sz="1000">
                <a:solidFill>
                  <a:schemeClr val="dk1"/>
                </a:solidFill>
              </a:defRPr>
            </a:lvl3pPr>
            <a:lvl4pPr lvl="3">
              <a:buSzPts val="275"/>
              <a:buNone/>
              <a:defRPr sz="1000">
                <a:solidFill>
                  <a:schemeClr val="dk1"/>
                </a:solidFill>
              </a:defRPr>
            </a:lvl4pPr>
            <a:lvl5pPr lvl="4">
              <a:buSzPts val="275"/>
              <a:buNone/>
              <a:defRPr sz="1000">
                <a:solidFill>
                  <a:schemeClr val="dk1"/>
                </a:solidFill>
              </a:defRPr>
            </a:lvl5pPr>
            <a:lvl6pPr lvl="5">
              <a:buSzPts val="275"/>
              <a:buNone/>
              <a:defRPr sz="1000">
                <a:solidFill>
                  <a:schemeClr val="dk1"/>
                </a:solidFill>
              </a:defRPr>
            </a:lvl6pPr>
            <a:lvl7pPr lvl="6">
              <a:buSzPts val="275"/>
              <a:buNone/>
              <a:defRPr sz="1000">
                <a:solidFill>
                  <a:schemeClr val="dk1"/>
                </a:solidFill>
              </a:defRPr>
            </a:lvl7pPr>
            <a:lvl8pPr lvl="7">
              <a:buSzPts val="275"/>
              <a:buNone/>
              <a:defRPr sz="1000">
                <a:solidFill>
                  <a:schemeClr val="dk1"/>
                </a:solidFill>
              </a:defRPr>
            </a:lvl8pPr>
            <a:lvl9pPr lvl="8">
              <a:buSzPts val="275"/>
              <a:buNone/>
              <a:defRPr sz="1000">
                <a:solidFill>
                  <a:schemeClr val="dk1"/>
                </a:solidFill>
              </a:defRPr>
            </a:lvl9pPr>
          </a:lstStyle>
          <a:p>
            <a:fld id="{00000000-1234-1234-1234-123412341234}" type="slidenum">
              <a:rPr lang="fr-FR" smtClean="0"/>
              <a:pPr/>
              <a:t>‹N°›</a:t>
            </a:fld>
            <a:endParaRPr lang="fr-FR">
              <a:latin typeface="Ufficio 300" pitchFamily="2" charset="0"/>
            </a:endParaRP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A14F8C15-DFF4-6DFA-854C-AC0004A19132}"/>
              </a:ext>
            </a:extLst>
          </p:cNvPr>
          <p:cNvCxnSpPr/>
          <p:nvPr userDrawn="1"/>
        </p:nvCxnSpPr>
        <p:spPr>
          <a:xfrm>
            <a:off x="0" y="194400"/>
            <a:ext cx="9144000" cy="0"/>
          </a:xfrm>
          <a:prstGeom prst="line">
            <a:avLst/>
          </a:prstGeom>
          <a:ln w="6350">
            <a:solidFill>
              <a:srgbClr val="FF2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7A89DC42-DD8C-BA2F-451C-039594B42ECF}"/>
              </a:ext>
            </a:extLst>
          </p:cNvPr>
          <p:cNvCxnSpPr/>
          <p:nvPr userDrawn="1"/>
        </p:nvCxnSpPr>
        <p:spPr>
          <a:xfrm>
            <a:off x="0" y="4964400"/>
            <a:ext cx="9144000" cy="0"/>
          </a:xfrm>
          <a:prstGeom prst="line">
            <a:avLst/>
          </a:prstGeom>
          <a:ln w="6350">
            <a:solidFill>
              <a:srgbClr val="FF2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8778BA30-3BA7-7117-28F7-317FA85A57A8}"/>
              </a:ext>
            </a:extLst>
          </p:cNvPr>
          <p:cNvCxnSpPr>
            <a:cxnSpLocks/>
          </p:cNvCxnSpPr>
          <p:nvPr userDrawn="1"/>
        </p:nvCxnSpPr>
        <p:spPr>
          <a:xfrm>
            <a:off x="180000" y="-7200"/>
            <a:ext cx="0" cy="5155200"/>
          </a:xfrm>
          <a:prstGeom prst="line">
            <a:avLst/>
          </a:prstGeom>
          <a:ln w="6350">
            <a:solidFill>
              <a:srgbClr val="FF2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682F9929-8894-689F-2DAA-01FF49CEE08D}"/>
              </a:ext>
            </a:extLst>
          </p:cNvPr>
          <p:cNvCxnSpPr>
            <a:cxnSpLocks/>
          </p:cNvCxnSpPr>
          <p:nvPr userDrawn="1"/>
        </p:nvCxnSpPr>
        <p:spPr>
          <a:xfrm>
            <a:off x="9000000" y="-5610"/>
            <a:ext cx="0" cy="5155200"/>
          </a:xfrm>
          <a:prstGeom prst="line">
            <a:avLst/>
          </a:prstGeom>
          <a:ln w="6350">
            <a:solidFill>
              <a:srgbClr val="FF2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Image 19">
            <a:extLst>
              <a:ext uri="{FF2B5EF4-FFF2-40B4-BE49-F238E27FC236}">
                <a16:creationId xmlns:a16="http://schemas.microsoft.com/office/drawing/2014/main" id="{2C26FA45-6371-CD42-896A-C83021F9CA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4293" y="4762800"/>
            <a:ext cx="1058400" cy="199676"/>
          </a:xfrm>
          <a:prstGeom prst="rect">
            <a:avLst/>
          </a:prstGeom>
        </p:spPr>
      </p:pic>
      <p:pic>
        <p:nvPicPr>
          <p:cNvPr id="2" name="Graphique 1">
            <a:extLst>
              <a:ext uri="{FF2B5EF4-FFF2-40B4-BE49-F238E27FC236}">
                <a16:creationId xmlns:a16="http://schemas.microsoft.com/office/drawing/2014/main" id="{859B643A-C484-4C74-4A01-F6854631F02E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95384" y="198960"/>
            <a:ext cx="198000" cy="19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693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1_Title slide">
    <p:bg>
      <p:bgPr>
        <a:solidFill>
          <a:schemeClr val="tx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564750" y="4822225"/>
            <a:ext cx="435000" cy="131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SzPts val="275"/>
              <a:buNone/>
              <a:defRPr sz="1000">
                <a:solidFill>
                  <a:schemeClr val="dk1"/>
                </a:solidFill>
                <a:latin typeface="Ufficio 300" pitchFamily="2" charset="0"/>
              </a:defRPr>
            </a:lvl1pPr>
            <a:lvl2pPr lvl="1">
              <a:buSzPts val="275"/>
              <a:buNone/>
              <a:defRPr sz="1000">
                <a:solidFill>
                  <a:schemeClr val="dk1"/>
                </a:solidFill>
              </a:defRPr>
            </a:lvl2pPr>
            <a:lvl3pPr lvl="2">
              <a:buSzPts val="275"/>
              <a:buNone/>
              <a:defRPr sz="1000">
                <a:solidFill>
                  <a:schemeClr val="dk1"/>
                </a:solidFill>
              </a:defRPr>
            </a:lvl3pPr>
            <a:lvl4pPr lvl="3">
              <a:buSzPts val="275"/>
              <a:buNone/>
              <a:defRPr sz="1000">
                <a:solidFill>
                  <a:schemeClr val="dk1"/>
                </a:solidFill>
              </a:defRPr>
            </a:lvl4pPr>
            <a:lvl5pPr lvl="4">
              <a:buSzPts val="275"/>
              <a:buNone/>
              <a:defRPr sz="1000">
                <a:solidFill>
                  <a:schemeClr val="dk1"/>
                </a:solidFill>
              </a:defRPr>
            </a:lvl5pPr>
            <a:lvl6pPr lvl="5">
              <a:buSzPts val="275"/>
              <a:buNone/>
              <a:defRPr sz="1000">
                <a:solidFill>
                  <a:schemeClr val="dk1"/>
                </a:solidFill>
              </a:defRPr>
            </a:lvl6pPr>
            <a:lvl7pPr lvl="6">
              <a:buSzPts val="275"/>
              <a:buNone/>
              <a:defRPr sz="1000">
                <a:solidFill>
                  <a:schemeClr val="dk1"/>
                </a:solidFill>
              </a:defRPr>
            </a:lvl7pPr>
            <a:lvl8pPr lvl="7">
              <a:buSzPts val="275"/>
              <a:buNone/>
              <a:defRPr sz="1000">
                <a:solidFill>
                  <a:schemeClr val="dk1"/>
                </a:solidFill>
              </a:defRPr>
            </a:lvl8pPr>
            <a:lvl9pPr lvl="8">
              <a:buSzPts val="275"/>
              <a:buNone/>
              <a:defRPr sz="1000">
                <a:solidFill>
                  <a:schemeClr val="dk1"/>
                </a:solidFill>
              </a:defRPr>
            </a:lvl9pPr>
          </a:lstStyle>
          <a:p>
            <a:fld id="{00000000-1234-1234-1234-123412341234}" type="slidenum">
              <a:rPr lang="fr-FR" smtClean="0"/>
              <a:pPr/>
              <a:t>‹N°›</a:t>
            </a:fld>
            <a:endParaRPr lang="fr-FR">
              <a:latin typeface="Ufficio 300" pitchFamily="2" charset="0"/>
            </a:endParaRP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A14F8C15-DFF4-6DFA-854C-AC0004A19132}"/>
              </a:ext>
            </a:extLst>
          </p:cNvPr>
          <p:cNvCxnSpPr/>
          <p:nvPr userDrawn="1"/>
        </p:nvCxnSpPr>
        <p:spPr>
          <a:xfrm>
            <a:off x="0" y="194400"/>
            <a:ext cx="9144000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7A89DC42-DD8C-BA2F-451C-039594B42ECF}"/>
              </a:ext>
            </a:extLst>
          </p:cNvPr>
          <p:cNvCxnSpPr/>
          <p:nvPr userDrawn="1"/>
        </p:nvCxnSpPr>
        <p:spPr>
          <a:xfrm>
            <a:off x="0" y="4964400"/>
            <a:ext cx="9144000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8778BA30-3BA7-7117-28F7-317FA85A57A8}"/>
              </a:ext>
            </a:extLst>
          </p:cNvPr>
          <p:cNvCxnSpPr>
            <a:cxnSpLocks/>
          </p:cNvCxnSpPr>
          <p:nvPr userDrawn="1"/>
        </p:nvCxnSpPr>
        <p:spPr>
          <a:xfrm>
            <a:off x="180000" y="-7200"/>
            <a:ext cx="0" cy="515520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682F9929-8894-689F-2DAA-01FF49CEE08D}"/>
              </a:ext>
            </a:extLst>
          </p:cNvPr>
          <p:cNvCxnSpPr>
            <a:cxnSpLocks/>
          </p:cNvCxnSpPr>
          <p:nvPr userDrawn="1"/>
        </p:nvCxnSpPr>
        <p:spPr>
          <a:xfrm>
            <a:off x="9000000" y="-5610"/>
            <a:ext cx="0" cy="515520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Image 19">
            <a:extLst>
              <a:ext uri="{FF2B5EF4-FFF2-40B4-BE49-F238E27FC236}">
                <a16:creationId xmlns:a16="http://schemas.microsoft.com/office/drawing/2014/main" id="{2C26FA45-6371-CD42-896A-C83021F9CA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4293" y="4762800"/>
            <a:ext cx="1058400" cy="199676"/>
          </a:xfrm>
          <a:prstGeom prst="rect">
            <a:avLst/>
          </a:prstGeom>
        </p:spPr>
      </p:pic>
      <p:pic>
        <p:nvPicPr>
          <p:cNvPr id="2" name="Graphique 1">
            <a:extLst>
              <a:ext uri="{FF2B5EF4-FFF2-40B4-BE49-F238E27FC236}">
                <a16:creationId xmlns:a16="http://schemas.microsoft.com/office/drawing/2014/main" id="{859B643A-C484-4C74-4A01-F6854631F02E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95384" y="198960"/>
            <a:ext cx="198000" cy="19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607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5_Title slide">
    <p:bg>
      <p:bgPr>
        <a:solidFill>
          <a:schemeClr val="accen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564750" y="4822225"/>
            <a:ext cx="435000" cy="131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SzPts val="275"/>
              <a:buNone/>
              <a:defRPr sz="1000">
                <a:solidFill>
                  <a:schemeClr val="dk1"/>
                </a:solidFill>
                <a:latin typeface="Ufficio 300" pitchFamily="2" charset="0"/>
              </a:defRPr>
            </a:lvl1pPr>
            <a:lvl2pPr lvl="1">
              <a:buSzPts val="275"/>
              <a:buNone/>
              <a:defRPr sz="1000">
                <a:solidFill>
                  <a:schemeClr val="dk1"/>
                </a:solidFill>
              </a:defRPr>
            </a:lvl2pPr>
            <a:lvl3pPr lvl="2">
              <a:buSzPts val="275"/>
              <a:buNone/>
              <a:defRPr sz="1000">
                <a:solidFill>
                  <a:schemeClr val="dk1"/>
                </a:solidFill>
              </a:defRPr>
            </a:lvl3pPr>
            <a:lvl4pPr lvl="3">
              <a:buSzPts val="275"/>
              <a:buNone/>
              <a:defRPr sz="1000">
                <a:solidFill>
                  <a:schemeClr val="dk1"/>
                </a:solidFill>
              </a:defRPr>
            </a:lvl4pPr>
            <a:lvl5pPr lvl="4">
              <a:buSzPts val="275"/>
              <a:buNone/>
              <a:defRPr sz="1000">
                <a:solidFill>
                  <a:schemeClr val="dk1"/>
                </a:solidFill>
              </a:defRPr>
            </a:lvl5pPr>
            <a:lvl6pPr lvl="5">
              <a:buSzPts val="275"/>
              <a:buNone/>
              <a:defRPr sz="1000">
                <a:solidFill>
                  <a:schemeClr val="dk1"/>
                </a:solidFill>
              </a:defRPr>
            </a:lvl6pPr>
            <a:lvl7pPr lvl="6">
              <a:buSzPts val="275"/>
              <a:buNone/>
              <a:defRPr sz="1000">
                <a:solidFill>
                  <a:schemeClr val="dk1"/>
                </a:solidFill>
              </a:defRPr>
            </a:lvl7pPr>
            <a:lvl8pPr lvl="7">
              <a:buSzPts val="275"/>
              <a:buNone/>
              <a:defRPr sz="1000">
                <a:solidFill>
                  <a:schemeClr val="dk1"/>
                </a:solidFill>
              </a:defRPr>
            </a:lvl8pPr>
            <a:lvl9pPr lvl="8">
              <a:buSzPts val="275"/>
              <a:buNone/>
              <a:defRPr sz="1000">
                <a:solidFill>
                  <a:schemeClr val="dk1"/>
                </a:solidFill>
              </a:defRPr>
            </a:lvl9pPr>
          </a:lstStyle>
          <a:p>
            <a:fld id="{00000000-1234-1234-1234-123412341234}" type="slidenum">
              <a:rPr lang="fr-FR" smtClean="0"/>
              <a:pPr/>
              <a:t>‹N°›</a:t>
            </a:fld>
            <a:endParaRPr lang="fr-FR">
              <a:latin typeface="Ufficio 300" pitchFamily="2" charset="0"/>
            </a:endParaRP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A14F8C15-DFF4-6DFA-854C-AC0004A19132}"/>
              </a:ext>
            </a:extLst>
          </p:cNvPr>
          <p:cNvCxnSpPr/>
          <p:nvPr userDrawn="1"/>
        </p:nvCxnSpPr>
        <p:spPr>
          <a:xfrm>
            <a:off x="0" y="194400"/>
            <a:ext cx="9144000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7A89DC42-DD8C-BA2F-451C-039594B42ECF}"/>
              </a:ext>
            </a:extLst>
          </p:cNvPr>
          <p:cNvCxnSpPr/>
          <p:nvPr userDrawn="1"/>
        </p:nvCxnSpPr>
        <p:spPr>
          <a:xfrm>
            <a:off x="0" y="4964400"/>
            <a:ext cx="9144000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8778BA30-3BA7-7117-28F7-317FA85A57A8}"/>
              </a:ext>
            </a:extLst>
          </p:cNvPr>
          <p:cNvCxnSpPr>
            <a:cxnSpLocks/>
          </p:cNvCxnSpPr>
          <p:nvPr userDrawn="1"/>
        </p:nvCxnSpPr>
        <p:spPr>
          <a:xfrm>
            <a:off x="180000" y="-7200"/>
            <a:ext cx="0" cy="515520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682F9929-8894-689F-2DAA-01FF49CEE08D}"/>
              </a:ext>
            </a:extLst>
          </p:cNvPr>
          <p:cNvCxnSpPr>
            <a:cxnSpLocks/>
          </p:cNvCxnSpPr>
          <p:nvPr userDrawn="1"/>
        </p:nvCxnSpPr>
        <p:spPr>
          <a:xfrm>
            <a:off x="9000000" y="-5610"/>
            <a:ext cx="0" cy="515520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Image 19">
            <a:extLst>
              <a:ext uri="{FF2B5EF4-FFF2-40B4-BE49-F238E27FC236}">
                <a16:creationId xmlns:a16="http://schemas.microsoft.com/office/drawing/2014/main" id="{2C26FA45-6371-CD42-896A-C83021F9CA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4293" y="4762800"/>
            <a:ext cx="1058400" cy="199676"/>
          </a:xfrm>
          <a:prstGeom prst="rect">
            <a:avLst/>
          </a:prstGeom>
        </p:spPr>
      </p:pic>
      <p:pic>
        <p:nvPicPr>
          <p:cNvPr id="2" name="Graphique 1">
            <a:extLst>
              <a:ext uri="{FF2B5EF4-FFF2-40B4-BE49-F238E27FC236}">
                <a16:creationId xmlns:a16="http://schemas.microsoft.com/office/drawing/2014/main" id="{859B643A-C484-4C74-4A01-F6854631F02E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95384" y="198960"/>
            <a:ext cx="198000" cy="19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586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6_Title slide">
    <p:bg>
      <p:bgPr>
        <a:solidFill>
          <a:schemeClr val="accent3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564750" y="4822225"/>
            <a:ext cx="435000" cy="131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SzPts val="275"/>
              <a:buNone/>
              <a:defRPr sz="1000">
                <a:solidFill>
                  <a:schemeClr val="dk1"/>
                </a:solidFill>
                <a:latin typeface="Ufficio 300" pitchFamily="2" charset="0"/>
              </a:defRPr>
            </a:lvl1pPr>
            <a:lvl2pPr lvl="1">
              <a:buSzPts val="275"/>
              <a:buNone/>
              <a:defRPr sz="1000">
                <a:solidFill>
                  <a:schemeClr val="dk1"/>
                </a:solidFill>
              </a:defRPr>
            </a:lvl2pPr>
            <a:lvl3pPr lvl="2">
              <a:buSzPts val="275"/>
              <a:buNone/>
              <a:defRPr sz="1000">
                <a:solidFill>
                  <a:schemeClr val="dk1"/>
                </a:solidFill>
              </a:defRPr>
            </a:lvl3pPr>
            <a:lvl4pPr lvl="3">
              <a:buSzPts val="275"/>
              <a:buNone/>
              <a:defRPr sz="1000">
                <a:solidFill>
                  <a:schemeClr val="dk1"/>
                </a:solidFill>
              </a:defRPr>
            </a:lvl4pPr>
            <a:lvl5pPr lvl="4">
              <a:buSzPts val="275"/>
              <a:buNone/>
              <a:defRPr sz="1000">
                <a:solidFill>
                  <a:schemeClr val="dk1"/>
                </a:solidFill>
              </a:defRPr>
            </a:lvl5pPr>
            <a:lvl6pPr lvl="5">
              <a:buSzPts val="275"/>
              <a:buNone/>
              <a:defRPr sz="1000">
                <a:solidFill>
                  <a:schemeClr val="dk1"/>
                </a:solidFill>
              </a:defRPr>
            </a:lvl6pPr>
            <a:lvl7pPr lvl="6">
              <a:buSzPts val="275"/>
              <a:buNone/>
              <a:defRPr sz="1000">
                <a:solidFill>
                  <a:schemeClr val="dk1"/>
                </a:solidFill>
              </a:defRPr>
            </a:lvl7pPr>
            <a:lvl8pPr lvl="7">
              <a:buSzPts val="275"/>
              <a:buNone/>
              <a:defRPr sz="1000">
                <a:solidFill>
                  <a:schemeClr val="dk1"/>
                </a:solidFill>
              </a:defRPr>
            </a:lvl8pPr>
            <a:lvl9pPr lvl="8">
              <a:buSzPts val="275"/>
              <a:buNone/>
              <a:defRPr sz="1000">
                <a:solidFill>
                  <a:schemeClr val="dk1"/>
                </a:solidFill>
              </a:defRPr>
            </a:lvl9pPr>
          </a:lstStyle>
          <a:p>
            <a:fld id="{00000000-1234-1234-1234-123412341234}" type="slidenum">
              <a:rPr lang="fr-FR" smtClean="0"/>
              <a:pPr/>
              <a:t>‹N°›</a:t>
            </a:fld>
            <a:endParaRPr lang="fr-FR">
              <a:latin typeface="Ufficio 300" pitchFamily="2" charset="0"/>
            </a:endParaRP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A14F8C15-DFF4-6DFA-854C-AC0004A19132}"/>
              </a:ext>
            </a:extLst>
          </p:cNvPr>
          <p:cNvCxnSpPr/>
          <p:nvPr userDrawn="1"/>
        </p:nvCxnSpPr>
        <p:spPr>
          <a:xfrm>
            <a:off x="0" y="19440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7A89DC42-DD8C-BA2F-451C-039594B42ECF}"/>
              </a:ext>
            </a:extLst>
          </p:cNvPr>
          <p:cNvCxnSpPr/>
          <p:nvPr userDrawn="1"/>
        </p:nvCxnSpPr>
        <p:spPr>
          <a:xfrm>
            <a:off x="0" y="496440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8778BA30-3BA7-7117-28F7-317FA85A57A8}"/>
              </a:ext>
            </a:extLst>
          </p:cNvPr>
          <p:cNvCxnSpPr>
            <a:cxnSpLocks/>
          </p:cNvCxnSpPr>
          <p:nvPr userDrawn="1"/>
        </p:nvCxnSpPr>
        <p:spPr>
          <a:xfrm>
            <a:off x="180000" y="-7200"/>
            <a:ext cx="0" cy="515520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682F9929-8894-689F-2DAA-01FF49CEE08D}"/>
              </a:ext>
            </a:extLst>
          </p:cNvPr>
          <p:cNvCxnSpPr>
            <a:cxnSpLocks/>
          </p:cNvCxnSpPr>
          <p:nvPr userDrawn="1"/>
        </p:nvCxnSpPr>
        <p:spPr>
          <a:xfrm>
            <a:off x="9000000" y="-5610"/>
            <a:ext cx="0" cy="515520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Image 19">
            <a:extLst>
              <a:ext uri="{FF2B5EF4-FFF2-40B4-BE49-F238E27FC236}">
                <a16:creationId xmlns:a16="http://schemas.microsoft.com/office/drawing/2014/main" id="{2C26FA45-6371-CD42-896A-C83021F9CA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4293" y="4762800"/>
            <a:ext cx="1058400" cy="199676"/>
          </a:xfrm>
          <a:prstGeom prst="rect">
            <a:avLst/>
          </a:prstGeom>
        </p:spPr>
      </p:pic>
      <p:pic>
        <p:nvPicPr>
          <p:cNvPr id="2" name="Graphique 1">
            <a:extLst>
              <a:ext uri="{FF2B5EF4-FFF2-40B4-BE49-F238E27FC236}">
                <a16:creationId xmlns:a16="http://schemas.microsoft.com/office/drawing/2014/main" id="{490F4D9A-8844-3EFD-7B7A-FEFC8CA525EB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95384" y="198960"/>
            <a:ext cx="198000" cy="19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766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4_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564750" y="4822225"/>
            <a:ext cx="435000" cy="131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SzPts val="275"/>
              <a:buNone/>
              <a:defRPr sz="1000">
                <a:solidFill>
                  <a:schemeClr val="dk1"/>
                </a:solidFill>
                <a:latin typeface="Ufficio 300" pitchFamily="2" charset="0"/>
              </a:defRPr>
            </a:lvl1pPr>
            <a:lvl2pPr lvl="1">
              <a:buSzPts val="275"/>
              <a:buNone/>
              <a:defRPr sz="1000">
                <a:solidFill>
                  <a:schemeClr val="dk1"/>
                </a:solidFill>
              </a:defRPr>
            </a:lvl2pPr>
            <a:lvl3pPr lvl="2">
              <a:buSzPts val="275"/>
              <a:buNone/>
              <a:defRPr sz="1000">
                <a:solidFill>
                  <a:schemeClr val="dk1"/>
                </a:solidFill>
              </a:defRPr>
            </a:lvl3pPr>
            <a:lvl4pPr lvl="3">
              <a:buSzPts val="275"/>
              <a:buNone/>
              <a:defRPr sz="1000">
                <a:solidFill>
                  <a:schemeClr val="dk1"/>
                </a:solidFill>
              </a:defRPr>
            </a:lvl4pPr>
            <a:lvl5pPr lvl="4">
              <a:buSzPts val="275"/>
              <a:buNone/>
              <a:defRPr sz="1000">
                <a:solidFill>
                  <a:schemeClr val="dk1"/>
                </a:solidFill>
              </a:defRPr>
            </a:lvl5pPr>
            <a:lvl6pPr lvl="5">
              <a:buSzPts val="275"/>
              <a:buNone/>
              <a:defRPr sz="1000">
                <a:solidFill>
                  <a:schemeClr val="dk1"/>
                </a:solidFill>
              </a:defRPr>
            </a:lvl6pPr>
            <a:lvl7pPr lvl="6">
              <a:buSzPts val="275"/>
              <a:buNone/>
              <a:defRPr sz="1000">
                <a:solidFill>
                  <a:schemeClr val="dk1"/>
                </a:solidFill>
              </a:defRPr>
            </a:lvl7pPr>
            <a:lvl8pPr lvl="7">
              <a:buSzPts val="275"/>
              <a:buNone/>
              <a:defRPr sz="1000">
                <a:solidFill>
                  <a:schemeClr val="dk1"/>
                </a:solidFill>
              </a:defRPr>
            </a:lvl8pPr>
            <a:lvl9pPr lvl="8">
              <a:buSzPts val="275"/>
              <a:buNone/>
              <a:defRPr sz="1000">
                <a:solidFill>
                  <a:schemeClr val="dk1"/>
                </a:solidFill>
              </a:defRPr>
            </a:lvl9pPr>
          </a:lstStyle>
          <a:p>
            <a:fld id="{00000000-1234-1234-1234-123412341234}" type="slidenum">
              <a:rPr lang="fr-FR" smtClean="0"/>
              <a:pPr/>
              <a:t>‹N°›</a:t>
            </a:fld>
            <a:endParaRPr lang="fr-FR">
              <a:latin typeface="Ufficio 300" pitchFamily="2" charset="0"/>
            </a:endParaRP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A14F8C15-DFF4-6DFA-854C-AC0004A19132}"/>
              </a:ext>
            </a:extLst>
          </p:cNvPr>
          <p:cNvCxnSpPr/>
          <p:nvPr userDrawn="1"/>
        </p:nvCxnSpPr>
        <p:spPr>
          <a:xfrm>
            <a:off x="0" y="19440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7A89DC42-DD8C-BA2F-451C-039594B42ECF}"/>
              </a:ext>
            </a:extLst>
          </p:cNvPr>
          <p:cNvCxnSpPr/>
          <p:nvPr userDrawn="1"/>
        </p:nvCxnSpPr>
        <p:spPr>
          <a:xfrm>
            <a:off x="0" y="496440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8778BA30-3BA7-7117-28F7-317FA85A57A8}"/>
              </a:ext>
            </a:extLst>
          </p:cNvPr>
          <p:cNvCxnSpPr>
            <a:cxnSpLocks/>
          </p:cNvCxnSpPr>
          <p:nvPr userDrawn="1"/>
        </p:nvCxnSpPr>
        <p:spPr>
          <a:xfrm>
            <a:off x="180000" y="-7200"/>
            <a:ext cx="0" cy="515520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682F9929-8894-689F-2DAA-01FF49CEE08D}"/>
              </a:ext>
            </a:extLst>
          </p:cNvPr>
          <p:cNvCxnSpPr>
            <a:cxnSpLocks/>
          </p:cNvCxnSpPr>
          <p:nvPr userDrawn="1"/>
        </p:nvCxnSpPr>
        <p:spPr>
          <a:xfrm>
            <a:off x="9000000" y="-5610"/>
            <a:ext cx="0" cy="515520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7376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Minimum background yellow">
    <p:bg>
      <p:bgPr>
        <a:solidFill>
          <a:schemeClr val="accen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564750" y="4822225"/>
            <a:ext cx="435000" cy="131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SzPts val="275"/>
              <a:buNone/>
              <a:defRPr sz="1000">
                <a:solidFill>
                  <a:schemeClr val="dk1"/>
                </a:solidFill>
                <a:latin typeface="Ufficio 300" pitchFamily="2" charset="0"/>
              </a:defRPr>
            </a:lvl1pPr>
            <a:lvl2pPr lvl="1">
              <a:buSzPts val="275"/>
              <a:buNone/>
              <a:defRPr sz="1000">
                <a:solidFill>
                  <a:schemeClr val="dk1"/>
                </a:solidFill>
              </a:defRPr>
            </a:lvl2pPr>
            <a:lvl3pPr lvl="2">
              <a:buSzPts val="275"/>
              <a:buNone/>
              <a:defRPr sz="1000">
                <a:solidFill>
                  <a:schemeClr val="dk1"/>
                </a:solidFill>
              </a:defRPr>
            </a:lvl3pPr>
            <a:lvl4pPr lvl="3">
              <a:buSzPts val="275"/>
              <a:buNone/>
              <a:defRPr sz="1000">
                <a:solidFill>
                  <a:schemeClr val="dk1"/>
                </a:solidFill>
              </a:defRPr>
            </a:lvl4pPr>
            <a:lvl5pPr lvl="4">
              <a:buSzPts val="275"/>
              <a:buNone/>
              <a:defRPr sz="1000">
                <a:solidFill>
                  <a:schemeClr val="dk1"/>
                </a:solidFill>
              </a:defRPr>
            </a:lvl5pPr>
            <a:lvl6pPr lvl="5">
              <a:buSzPts val="275"/>
              <a:buNone/>
              <a:defRPr sz="1000">
                <a:solidFill>
                  <a:schemeClr val="dk1"/>
                </a:solidFill>
              </a:defRPr>
            </a:lvl6pPr>
            <a:lvl7pPr lvl="6">
              <a:buSzPts val="275"/>
              <a:buNone/>
              <a:defRPr sz="1000">
                <a:solidFill>
                  <a:schemeClr val="dk1"/>
                </a:solidFill>
              </a:defRPr>
            </a:lvl7pPr>
            <a:lvl8pPr lvl="7">
              <a:buSzPts val="275"/>
              <a:buNone/>
              <a:defRPr sz="1000">
                <a:solidFill>
                  <a:schemeClr val="dk1"/>
                </a:solidFill>
              </a:defRPr>
            </a:lvl8pPr>
            <a:lvl9pPr lvl="8">
              <a:buSzPts val="275"/>
              <a:buNone/>
              <a:defRPr sz="1000">
                <a:solidFill>
                  <a:schemeClr val="dk1"/>
                </a:solidFill>
              </a:defRPr>
            </a:lvl9pPr>
          </a:lstStyle>
          <a:p>
            <a:fld id="{00000000-1234-1234-1234-123412341234}" type="slidenum">
              <a:rPr lang="fr-FR" smtClean="0"/>
              <a:pPr/>
              <a:t>‹N°›</a:t>
            </a:fld>
            <a:endParaRPr lang="fr-FR">
              <a:latin typeface="Ufficio 300" pitchFamily="2" charset="0"/>
            </a:endParaRP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A14F8C15-DFF4-6DFA-854C-AC0004A19132}"/>
              </a:ext>
            </a:extLst>
          </p:cNvPr>
          <p:cNvCxnSpPr/>
          <p:nvPr userDrawn="1"/>
        </p:nvCxnSpPr>
        <p:spPr>
          <a:xfrm>
            <a:off x="0" y="19440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7A89DC42-DD8C-BA2F-451C-039594B42ECF}"/>
              </a:ext>
            </a:extLst>
          </p:cNvPr>
          <p:cNvCxnSpPr/>
          <p:nvPr userDrawn="1"/>
        </p:nvCxnSpPr>
        <p:spPr>
          <a:xfrm>
            <a:off x="0" y="496440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8778BA30-3BA7-7117-28F7-317FA85A57A8}"/>
              </a:ext>
            </a:extLst>
          </p:cNvPr>
          <p:cNvCxnSpPr>
            <a:cxnSpLocks/>
          </p:cNvCxnSpPr>
          <p:nvPr userDrawn="1"/>
        </p:nvCxnSpPr>
        <p:spPr>
          <a:xfrm>
            <a:off x="180000" y="-7200"/>
            <a:ext cx="0" cy="515520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682F9929-8894-689F-2DAA-01FF49CEE08D}"/>
              </a:ext>
            </a:extLst>
          </p:cNvPr>
          <p:cNvCxnSpPr>
            <a:cxnSpLocks/>
          </p:cNvCxnSpPr>
          <p:nvPr userDrawn="1"/>
        </p:nvCxnSpPr>
        <p:spPr>
          <a:xfrm>
            <a:off x="9000000" y="-5610"/>
            <a:ext cx="0" cy="515520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0130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Minimum background beige">
    <p:bg>
      <p:bgPr>
        <a:solidFill>
          <a:schemeClr val="bg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564750" y="4822225"/>
            <a:ext cx="435000" cy="131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SzPts val="275"/>
              <a:buNone/>
              <a:defRPr sz="1000">
                <a:solidFill>
                  <a:schemeClr val="dk1"/>
                </a:solidFill>
                <a:latin typeface="Ufficio 300" pitchFamily="2" charset="0"/>
              </a:defRPr>
            </a:lvl1pPr>
            <a:lvl2pPr lvl="1">
              <a:buSzPts val="275"/>
              <a:buNone/>
              <a:defRPr sz="1000">
                <a:solidFill>
                  <a:schemeClr val="dk1"/>
                </a:solidFill>
              </a:defRPr>
            </a:lvl2pPr>
            <a:lvl3pPr lvl="2">
              <a:buSzPts val="275"/>
              <a:buNone/>
              <a:defRPr sz="1000">
                <a:solidFill>
                  <a:schemeClr val="dk1"/>
                </a:solidFill>
              </a:defRPr>
            </a:lvl3pPr>
            <a:lvl4pPr lvl="3">
              <a:buSzPts val="275"/>
              <a:buNone/>
              <a:defRPr sz="1000">
                <a:solidFill>
                  <a:schemeClr val="dk1"/>
                </a:solidFill>
              </a:defRPr>
            </a:lvl4pPr>
            <a:lvl5pPr lvl="4">
              <a:buSzPts val="275"/>
              <a:buNone/>
              <a:defRPr sz="1000">
                <a:solidFill>
                  <a:schemeClr val="dk1"/>
                </a:solidFill>
              </a:defRPr>
            </a:lvl5pPr>
            <a:lvl6pPr lvl="5">
              <a:buSzPts val="275"/>
              <a:buNone/>
              <a:defRPr sz="1000">
                <a:solidFill>
                  <a:schemeClr val="dk1"/>
                </a:solidFill>
              </a:defRPr>
            </a:lvl6pPr>
            <a:lvl7pPr lvl="6">
              <a:buSzPts val="275"/>
              <a:buNone/>
              <a:defRPr sz="1000">
                <a:solidFill>
                  <a:schemeClr val="dk1"/>
                </a:solidFill>
              </a:defRPr>
            </a:lvl7pPr>
            <a:lvl8pPr lvl="7">
              <a:buSzPts val="275"/>
              <a:buNone/>
              <a:defRPr sz="1000">
                <a:solidFill>
                  <a:schemeClr val="dk1"/>
                </a:solidFill>
              </a:defRPr>
            </a:lvl8pPr>
            <a:lvl9pPr lvl="8">
              <a:buSzPts val="275"/>
              <a:buNone/>
              <a:defRPr sz="1000">
                <a:solidFill>
                  <a:schemeClr val="dk1"/>
                </a:solidFill>
              </a:defRPr>
            </a:lvl9pPr>
          </a:lstStyle>
          <a:p>
            <a:fld id="{00000000-1234-1234-1234-123412341234}" type="slidenum">
              <a:rPr lang="fr-FR" smtClean="0"/>
              <a:pPr/>
              <a:t>‹N°›</a:t>
            </a:fld>
            <a:endParaRPr lang="fr-FR">
              <a:latin typeface="Ufficio 300" pitchFamily="2" charset="0"/>
            </a:endParaRP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A14F8C15-DFF4-6DFA-854C-AC0004A19132}"/>
              </a:ext>
            </a:extLst>
          </p:cNvPr>
          <p:cNvCxnSpPr/>
          <p:nvPr userDrawn="1"/>
        </p:nvCxnSpPr>
        <p:spPr>
          <a:xfrm>
            <a:off x="0" y="194400"/>
            <a:ext cx="9144000" cy="0"/>
          </a:xfrm>
          <a:prstGeom prst="line">
            <a:avLst/>
          </a:prstGeom>
          <a:ln w="6350">
            <a:solidFill>
              <a:srgbClr val="FF2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7A89DC42-DD8C-BA2F-451C-039594B42ECF}"/>
              </a:ext>
            </a:extLst>
          </p:cNvPr>
          <p:cNvCxnSpPr/>
          <p:nvPr userDrawn="1"/>
        </p:nvCxnSpPr>
        <p:spPr>
          <a:xfrm>
            <a:off x="0" y="4964400"/>
            <a:ext cx="9144000" cy="0"/>
          </a:xfrm>
          <a:prstGeom prst="line">
            <a:avLst/>
          </a:prstGeom>
          <a:ln w="6350">
            <a:solidFill>
              <a:srgbClr val="FF2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8778BA30-3BA7-7117-28F7-317FA85A57A8}"/>
              </a:ext>
            </a:extLst>
          </p:cNvPr>
          <p:cNvCxnSpPr>
            <a:cxnSpLocks/>
          </p:cNvCxnSpPr>
          <p:nvPr userDrawn="1"/>
        </p:nvCxnSpPr>
        <p:spPr>
          <a:xfrm>
            <a:off x="180000" y="-7200"/>
            <a:ext cx="0" cy="5155200"/>
          </a:xfrm>
          <a:prstGeom prst="line">
            <a:avLst/>
          </a:prstGeom>
          <a:ln w="6350">
            <a:solidFill>
              <a:srgbClr val="FF2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682F9929-8894-689F-2DAA-01FF49CEE08D}"/>
              </a:ext>
            </a:extLst>
          </p:cNvPr>
          <p:cNvCxnSpPr>
            <a:cxnSpLocks/>
          </p:cNvCxnSpPr>
          <p:nvPr userDrawn="1"/>
        </p:nvCxnSpPr>
        <p:spPr>
          <a:xfrm>
            <a:off x="9000000" y="-5610"/>
            <a:ext cx="0" cy="5155200"/>
          </a:xfrm>
          <a:prstGeom prst="line">
            <a:avLst/>
          </a:prstGeom>
          <a:ln w="6350">
            <a:solidFill>
              <a:srgbClr val="FF2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248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597A00-B34F-B462-BB3F-C190BDAEE073}"/>
              </a:ext>
            </a:extLst>
          </p:cNvPr>
          <p:cNvSpPr/>
          <p:nvPr userDrawn="1"/>
        </p:nvSpPr>
        <p:spPr>
          <a:xfrm>
            <a:off x="3474721" y="2163029"/>
            <a:ext cx="2768424" cy="9270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chemeClr val="tx1"/>
                </a:solidFill>
              </a:rPr>
              <a:t>Do not use </a:t>
            </a:r>
            <a:r>
              <a:rPr lang="fr-FR" err="1">
                <a:solidFill>
                  <a:schemeClr val="tx1"/>
                </a:solidFill>
              </a:rPr>
              <a:t>this</a:t>
            </a:r>
            <a:r>
              <a:rPr lang="fr-FR">
                <a:solidFill>
                  <a:schemeClr val="tx1"/>
                </a:solidFill>
              </a:rPr>
              <a:t> slide</a:t>
            </a:r>
          </a:p>
        </p:txBody>
      </p:sp>
    </p:spTree>
    <p:extLst>
      <p:ext uri="{BB962C8B-B14F-4D97-AF65-F5344CB8AC3E}">
        <p14:creationId xmlns:p14="http://schemas.microsoft.com/office/powerpoint/2010/main" val="34237029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7_Title slide">
    <p:bg>
      <p:bgPr>
        <a:solidFill>
          <a:schemeClr val="tx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59100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Background white with logo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564750" y="4822225"/>
            <a:ext cx="435000" cy="131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SzPts val="275"/>
              <a:buNone/>
              <a:defRPr sz="1000">
                <a:solidFill>
                  <a:schemeClr val="dk1"/>
                </a:solidFill>
                <a:latin typeface="Ufficio 300" pitchFamily="2" charset="0"/>
              </a:defRPr>
            </a:lvl1pPr>
            <a:lvl2pPr lvl="1">
              <a:buSzPts val="275"/>
              <a:buNone/>
              <a:defRPr sz="1000">
                <a:solidFill>
                  <a:schemeClr val="dk1"/>
                </a:solidFill>
              </a:defRPr>
            </a:lvl2pPr>
            <a:lvl3pPr lvl="2">
              <a:buSzPts val="275"/>
              <a:buNone/>
              <a:defRPr sz="1000">
                <a:solidFill>
                  <a:schemeClr val="dk1"/>
                </a:solidFill>
              </a:defRPr>
            </a:lvl3pPr>
            <a:lvl4pPr lvl="3">
              <a:buSzPts val="275"/>
              <a:buNone/>
              <a:defRPr sz="1000">
                <a:solidFill>
                  <a:schemeClr val="dk1"/>
                </a:solidFill>
              </a:defRPr>
            </a:lvl4pPr>
            <a:lvl5pPr lvl="4">
              <a:buSzPts val="275"/>
              <a:buNone/>
              <a:defRPr sz="1000">
                <a:solidFill>
                  <a:schemeClr val="dk1"/>
                </a:solidFill>
              </a:defRPr>
            </a:lvl5pPr>
            <a:lvl6pPr lvl="5">
              <a:buSzPts val="275"/>
              <a:buNone/>
              <a:defRPr sz="1000">
                <a:solidFill>
                  <a:schemeClr val="dk1"/>
                </a:solidFill>
              </a:defRPr>
            </a:lvl6pPr>
            <a:lvl7pPr lvl="6">
              <a:buSzPts val="275"/>
              <a:buNone/>
              <a:defRPr sz="1000">
                <a:solidFill>
                  <a:schemeClr val="dk1"/>
                </a:solidFill>
              </a:defRPr>
            </a:lvl7pPr>
            <a:lvl8pPr lvl="7">
              <a:buSzPts val="275"/>
              <a:buNone/>
              <a:defRPr sz="1000">
                <a:solidFill>
                  <a:schemeClr val="dk1"/>
                </a:solidFill>
              </a:defRPr>
            </a:lvl8pPr>
            <a:lvl9pPr lvl="8">
              <a:buSzPts val="275"/>
              <a:buNone/>
              <a:defRPr sz="1000">
                <a:solidFill>
                  <a:schemeClr val="dk1"/>
                </a:solidFill>
              </a:defRPr>
            </a:lvl9pPr>
          </a:lstStyle>
          <a:p>
            <a:fld id="{00000000-1234-1234-1234-123412341234}" type="slidenum">
              <a:rPr lang="fr-FR" smtClean="0"/>
              <a:pPr/>
              <a:t>‹N°›</a:t>
            </a:fld>
            <a:endParaRPr lang="fr-FR">
              <a:latin typeface="Ufficio 300" pitchFamily="2" charset="0"/>
            </a:endParaRP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A14F8C15-DFF4-6DFA-854C-AC0004A19132}"/>
              </a:ext>
            </a:extLst>
          </p:cNvPr>
          <p:cNvCxnSpPr/>
          <p:nvPr userDrawn="1"/>
        </p:nvCxnSpPr>
        <p:spPr>
          <a:xfrm>
            <a:off x="0" y="19440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7A89DC42-DD8C-BA2F-451C-039594B42ECF}"/>
              </a:ext>
            </a:extLst>
          </p:cNvPr>
          <p:cNvCxnSpPr/>
          <p:nvPr userDrawn="1"/>
        </p:nvCxnSpPr>
        <p:spPr>
          <a:xfrm>
            <a:off x="0" y="496440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8778BA30-3BA7-7117-28F7-317FA85A57A8}"/>
              </a:ext>
            </a:extLst>
          </p:cNvPr>
          <p:cNvCxnSpPr>
            <a:cxnSpLocks/>
          </p:cNvCxnSpPr>
          <p:nvPr userDrawn="1"/>
        </p:nvCxnSpPr>
        <p:spPr>
          <a:xfrm>
            <a:off x="180000" y="-7200"/>
            <a:ext cx="0" cy="515520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682F9929-8894-689F-2DAA-01FF49CEE08D}"/>
              </a:ext>
            </a:extLst>
          </p:cNvPr>
          <p:cNvCxnSpPr>
            <a:cxnSpLocks/>
          </p:cNvCxnSpPr>
          <p:nvPr userDrawn="1"/>
        </p:nvCxnSpPr>
        <p:spPr>
          <a:xfrm>
            <a:off x="9000000" y="-5610"/>
            <a:ext cx="0" cy="515520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Image 19">
            <a:extLst>
              <a:ext uri="{FF2B5EF4-FFF2-40B4-BE49-F238E27FC236}">
                <a16:creationId xmlns:a16="http://schemas.microsoft.com/office/drawing/2014/main" id="{2C26FA45-6371-CD42-896A-C83021F9CA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1118" y="4765975"/>
            <a:ext cx="1058400" cy="199676"/>
          </a:xfrm>
          <a:prstGeom prst="rect">
            <a:avLst/>
          </a:prstGeom>
        </p:spPr>
      </p:pic>
      <p:pic>
        <p:nvPicPr>
          <p:cNvPr id="2" name="Graphique 1">
            <a:extLst>
              <a:ext uri="{FF2B5EF4-FFF2-40B4-BE49-F238E27FC236}">
                <a16:creationId xmlns:a16="http://schemas.microsoft.com/office/drawing/2014/main" id="{A5C5B812-7746-7745-DCF5-261E5CCF71E2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95384" y="198960"/>
            <a:ext cx="198000" cy="19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71556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5" r:id="rId2"/>
    <p:sldLayoutId id="2147483653" r:id="rId3"/>
    <p:sldLayoutId id="2147483654" r:id="rId4"/>
    <p:sldLayoutId id="2147483658" r:id="rId5"/>
    <p:sldLayoutId id="2147483659" r:id="rId6"/>
    <p:sldLayoutId id="2147483660" r:id="rId7"/>
    <p:sldLayoutId id="2147483656" r:id="rId8"/>
    <p:sldLayoutId id="2147483651" r:id="rId9"/>
    <p:sldLayoutId id="2147483650" r:id="rId10"/>
    <p:sldLayoutId id="2147483657" r:id="rId11"/>
    <p:sldLayoutId id="2147483661" r:id="rId12"/>
    <p:sldLayoutId id="2147483648" r:id="rId13"/>
    <p:sldLayoutId id="2147483662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161616"/>
        </a:buClr>
        <a:buFont typeface="Geist"/>
        <a:defRPr sz="1400" b="0" i="0" u="none" strike="noStrike" cap="none">
          <a:solidFill>
            <a:srgbClr val="161616"/>
          </a:solidFill>
          <a:latin typeface="Geist"/>
          <a:ea typeface="Geist"/>
          <a:cs typeface="Geist"/>
          <a:sym typeface="Geist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161616"/>
        </a:buClr>
        <a:buFont typeface="Geist"/>
        <a:defRPr sz="1400" b="0" i="0" u="none" strike="noStrike" cap="none">
          <a:solidFill>
            <a:srgbClr val="161616"/>
          </a:solidFill>
          <a:latin typeface="Geist"/>
          <a:ea typeface="Geist"/>
          <a:cs typeface="Geist"/>
          <a:sym typeface="Geist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161616"/>
        </a:buClr>
        <a:buFont typeface="Geist"/>
        <a:defRPr sz="1400" b="0" i="0" u="none" strike="noStrike" cap="none">
          <a:solidFill>
            <a:srgbClr val="161616"/>
          </a:solidFill>
          <a:latin typeface="Geist"/>
          <a:ea typeface="Geist"/>
          <a:cs typeface="Geist"/>
          <a:sym typeface="Geist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161616"/>
        </a:buClr>
        <a:buFont typeface="Geist"/>
        <a:defRPr sz="1400" b="0" i="0" u="none" strike="noStrike" cap="none">
          <a:solidFill>
            <a:srgbClr val="161616"/>
          </a:solidFill>
          <a:latin typeface="Geist"/>
          <a:ea typeface="Geist"/>
          <a:cs typeface="Geist"/>
          <a:sym typeface="Geist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161616"/>
        </a:buClr>
        <a:buFont typeface="Geist"/>
        <a:defRPr sz="1400" b="0" i="0" u="none" strike="noStrike" cap="none">
          <a:solidFill>
            <a:srgbClr val="161616"/>
          </a:solidFill>
          <a:latin typeface="Geist"/>
          <a:ea typeface="Geist"/>
          <a:cs typeface="Geist"/>
          <a:sym typeface="Geist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161616"/>
        </a:buClr>
        <a:buFont typeface="Geist"/>
        <a:defRPr sz="1400" b="0" i="0" u="none" strike="noStrike" cap="none">
          <a:solidFill>
            <a:srgbClr val="161616"/>
          </a:solidFill>
          <a:latin typeface="Geist"/>
          <a:ea typeface="Geist"/>
          <a:cs typeface="Geist"/>
          <a:sym typeface="Geist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161616"/>
        </a:buClr>
        <a:buFont typeface="Geist"/>
        <a:defRPr sz="1400" b="0" i="0" u="none" strike="noStrike" cap="none">
          <a:solidFill>
            <a:srgbClr val="161616"/>
          </a:solidFill>
          <a:latin typeface="Geist"/>
          <a:ea typeface="Geist"/>
          <a:cs typeface="Geist"/>
          <a:sym typeface="Geist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161616"/>
        </a:buClr>
        <a:buFont typeface="Geist"/>
        <a:defRPr sz="1400" b="0" i="0" u="none" strike="noStrike" cap="none">
          <a:solidFill>
            <a:srgbClr val="161616"/>
          </a:solidFill>
          <a:latin typeface="Geist"/>
          <a:ea typeface="Geist"/>
          <a:cs typeface="Geist"/>
          <a:sym typeface="Geist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161616"/>
        </a:buClr>
        <a:buFont typeface="Geist"/>
        <a:defRPr sz="1400" b="0" i="0" u="none" strike="noStrike" cap="none">
          <a:solidFill>
            <a:srgbClr val="161616"/>
          </a:solidFill>
          <a:latin typeface="Geist"/>
          <a:ea typeface="Geist"/>
          <a:cs typeface="Geist"/>
          <a:sym typeface="Geist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161616"/>
        </a:buClr>
        <a:buFont typeface="Geist"/>
        <a:defRPr sz="1400" b="0" i="0" u="none" strike="noStrike" cap="none">
          <a:solidFill>
            <a:srgbClr val="161616"/>
          </a:solidFill>
          <a:latin typeface="Geist"/>
          <a:ea typeface="Geist"/>
          <a:cs typeface="Geist"/>
          <a:sym typeface="Geist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161616"/>
        </a:buClr>
        <a:buFont typeface="Geist"/>
        <a:defRPr sz="1400" b="0" i="0" u="none" strike="noStrike" cap="none">
          <a:solidFill>
            <a:srgbClr val="161616"/>
          </a:solidFill>
          <a:latin typeface="Geist"/>
          <a:ea typeface="Geist"/>
          <a:cs typeface="Geist"/>
          <a:sym typeface="Geist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161616"/>
        </a:buClr>
        <a:buFont typeface="Geist"/>
        <a:defRPr sz="1400" b="0" i="0" u="none" strike="noStrike" cap="none">
          <a:solidFill>
            <a:srgbClr val="161616"/>
          </a:solidFill>
          <a:latin typeface="Geist"/>
          <a:ea typeface="Geist"/>
          <a:cs typeface="Geist"/>
          <a:sym typeface="Geist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161616"/>
        </a:buClr>
        <a:buFont typeface="Geist"/>
        <a:defRPr sz="1400" b="0" i="0" u="none" strike="noStrike" cap="none">
          <a:solidFill>
            <a:srgbClr val="161616"/>
          </a:solidFill>
          <a:latin typeface="Geist"/>
          <a:ea typeface="Geist"/>
          <a:cs typeface="Geist"/>
          <a:sym typeface="Geist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161616"/>
        </a:buClr>
        <a:buFont typeface="Geist"/>
        <a:defRPr sz="1400" b="0" i="0" u="none" strike="noStrike" cap="none">
          <a:solidFill>
            <a:srgbClr val="161616"/>
          </a:solidFill>
          <a:latin typeface="Geist"/>
          <a:ea typeface="Geist"/>
          <a:cs typeface="Geist"/>
          <a:sym typeface="Geist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161616"/>
        </a:buClr>
        <a:buFont typeface="Geist"/>
        <a:defRPr sz="1400" b="0" i="0" u="none" strike="noStrike" cap="none">
          <a:solidFill>
            <a:srgbClr val="161616"/>
          </a:solidFill>
          <a:latin typeface="Geist"/>
          <a:ea typeface="Geist"/>
          <a:cs typeface="Geist"/>
          <a:sym typeface="Geist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161616"/>
        </a:buClr>
        <a:buFont typeface="Geist"/>
        <a:defRPr sz="1400" b="0" i="0" u="none" strike="noStrike" cap="none">
          <a:solidFill>
            <a:srgbClr val="161616"/>
          </a:solidFill>
          <a:latin typeface="Geist"/>
          <a:ea typeface="Geist"/>
          <a:cs typeface="Geist"/>
          <a:sym typeface="Geist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161616"/>
        </a:buClr>
        <a:buFont typeface="Geist"/>
        <a:defRPr sz="1400" b="0" i="0" u="none" strike="noStrike" cap="none">
          <a:solidFill>
            <a:srgbClr val="161616"/>
          </a:solidFill>
          <a:latin typeface="Geist"/>
          <a:ea typeface="Geist"/>
          <a:cs typeface="Geist"/>
          <a:sym typeface="Geist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161616"/>
        </a:buClr>
        <a:buFont typeface="Geist"/>
        <a:defRPr sz="1400" b="0" i="0" u="none" strike="noStrike" cap="none">
          <a:solidFill>
            <a:srgbClr val="161616"/>
          </a:solidFill>
          <a:latin typeface="Geist"/>
          <a:ea typeface="Geist"/>
          <a:cs typeface="Geist"/>
          <a:sym typeface="Geist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161616"/>
        </a:buClr>
        <a:buFont typeface="Geist"/>
        <a:defRPr sz="1400" b="0" i="0" u="none" strike="noStrike" cap="none">
          <a:solidFill>
            <a:srgbClr val="161616"/>
          </a:solidFill>
          <a:latin typeface="Geist"/>
          <a:ea typeface="Geist"/>
          <a:cs typeface="Geist"/>
          <a:sym typeface="Geist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161616"/>
        </a:buClr>
        <a:buFont typeface="Geist"/>
        <a:defRPr sz="1400" b="0" i="0" u="none" strike="noStrike" cap="none">
          <a:solidFill>
            <a:srgbClr val="161616"/>
          </a:solidFill>
          <a:latin typeface="Geist"/>
          <a:ea typeface="Geist"/>
          <a:cs typeface="Geist"/>
          <a:sym typeface="Geist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161616"/>
        </a:buClr>
        <a:buFont typeface="Geist"/>
        <a:defRPr sz="1400" b="0" i="0" u="none" strike="noStrike" cap="none">
          <a:solidFill>
            <a:srgbClr val="161616"/>
          </a:solidFill>
          <a:latin typeface="Geist"/>
          <a:ea typeface="Geist"/>
          <a:cs typeface="Geist"/>
          <a:sym typeface="Geist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161616"/>
        </a:buClr>
        <a:buFont typeface="Geist"/>
        <a:defRPr sz="1400" b="0" i="0" u="none" strike="noStrike" cap="none">
          <a:solidFill>
            <a:srgbClr val="161616"/>
          </a:solidFill>
          <a:latin typeface="Geist"/>
          <a:ea typeface="Geist"/>
          <a:cs typeface="Geist"/>
          <a:sym typeface="Geist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161616"/>
        </a:buClr>
        <a:buFont typeface="Geist"/>
        <a:defRPr sz="1400" b="0" i="0" u="none" strike="noStrike" cap="none">
          <a:solidFill>
            <a:srgbClr val="161616"/>
          </a:solidFill>
          <a:latin typeface="Geist"/>
          <a:ea typeface="Geist"/>
          <a:cs typeface="Geist"/>
          <a:sym typeface="Geist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161616"/>
        </a:buClr>
        <a:buFont typeface="Geist"/>
        <a:defRPr sz="1400" b="0" i="0" u="none" strike="noStrike" cap="none">
          <a:solidFill>
            <a:srgbClr val="161616"/>
          </a:solidFill>
          <a:latin typeface="Geist"/>
          <a:ea typeface="Geist"/>
          <a:cs typeface="Geist"/>
          <a:sym typeface="Geist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161616"/>
        </a:buClr>
        <a:buFont typeface="Geist"/>
        <a:defRPr sz="1400" b="0" i="0" u="none" strike="noStrike" cap="none">
          <a:solidFill>
            <a:srgbClr val="161616"/>
          </a:solidFill>
          <a:latin typeface="Geist"/>
          <a:ea typeface="Geist"/>
          <a:cs typeface="Geist"/>
          <a:sym typeface="Geist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161616"/>
        </a:buClr>
        <a:buFont typeface="Geist"/>
        <a:defRPr sz="1400" b="0" i="0" u="none" strike="noStrike" cap="none">
          <a:solidFill>
            <a:srgbClr val="161616"/>
          </a:solidFill>
          <a:latin typeface="Geist"/>
          <a:ea typeface="Geist"/>
          <a:cs typeface="Geist"/>
          <a:sym typeface="Geist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161616"/>
        </a:buClr>
        <a:buFont typeface="Geist"/>
        <a:defRPr sz="1400" b="0" i="0" u="none" strike="noStrike" cap="none">
          <a:solidFill>
            <a:srgbClr val="161616"/>
          </a:solidFill>
          <a:latin typeface="Geist"/>
          <a:ea typeface="Geist"/>
          <a:cs typeface="Geist"/>
          <a:sym typeface="Geis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3" Type="http://schemas.openxmlformats.org/officeDocument/2006/relationships/image" Target="../media/image7.svg"/><Relationship Id="rId4" Type="http://schemas.openxmlformats.org/officeDocument/2006/relationships/image" Target="../media/image8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eg"/><Relationship Id="rId3" Type="http://schemas.openxmlformats.org/officeDocument/2006/relationships/image" Target="../media/image7.svg"/><Relationship Id="rId4" Type="http://schemas.openxmlformats.org/officeDocument/2006/relationships/image" Target="../media/image8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jpeg"/><Relationship Id="rId3" Type="http://schemas.openxmlformats.org/officeDocument/2006/relationships/image" Target="../media/image7.svg"/><Relationship Id="rId4" Type="http://schemas.openxmlformats.org/officeDocument/2006/relationships/image" Target="../media/image8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jpeg"/><Relationship Id="rId3" Type="http://schemas.openxmlformats.org/officeDocument/2006/relationships/image" Target="../media/image7.svg"/><Relationship Id="rId4" Type="http://schemas.openxmlformats.org/officeDocument/2006/relationships/image" Target="../media/image8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eg"/><Relationship Id="rId3" Type="http://schemas.openxmlformats.org/officeDocument/2006/relationships/image" Target="../media/image7.svg"/><Relationship Id="rId4" Type="http://schemas.openxmlformats.org/officeDocument/2006/relationships/image" Target="../media/image8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svg"/><Relationship Id="rId3" Type="http://schemas.openxmlformats.org/officeDocument/2006/relationships/image" Target="../media/image8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jpeg"/><Relationship Id="rId4" Type="http://schemas.openxmlformats.org/officeDocument/2006/relationships/image" Target="../media/image1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eg"/><Relationship Id="rId4" Type="http://schemas.openxmlformats.org/officeDocument/2006/relationships/image" Target="../media/image14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jpeg"/><Relationship Id="rId4" Type="http://schemas.openxmlformats.org/officeDocument/2006/relationships/image" Target="../media/image16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jpe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jpe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jpeg"/><Relationship Id="rId4" Type="http://schemas.openxmlformats.org/officeDocument/2006/relationships/image" Target="../media/image22.png"/><Relationship Id="rId5" Type="http://schemas.openxmlformats.org/officeDocument/2006/relationships/image" Target="../media/image23.svg"/><Relationship Id="rId6" Type="http://schemas.openxmlformats.org/officeDocument/2006/relationships/image" Target="../media/image24.svg"/><Relationship Id="rId7" Type="http://schemas.openxmlformats.org/officeDocument/2006/relationships/image" Target="../media/image25.sv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1.jpeg"/><Relationship Id="rId4" Type="http://schemas.openxmlformats.org/officeDocument/2006/relationships/image" Target="../media/image22.png"/><Relationship Id="rId5" Type="http://schemas.openxmlformats.org/officeDocument/2006/relationships/image" Target="../media/image23.svg"/><Relationship Id="rId6" Type="http://schemas.openxmlformats.org/officeDocument/2006/relationships/image" Target="../media/image24.svg"/><Relationship Id="rId7" Type="http://schemas.openxmlformats.org/officeDocument/2006/relationships/image" Target="../media/image25.sv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svg"/><Relationship Id="rId3" Type="http://schemas.openxmlformats.org/officeDocument/2006/relationships/image" Target="../media/image14.sv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1.jpe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.jpeg"/><Relationship Id="rId4" Type="http://schemas.openxmlformats.org/officeDocument/2006/relationships/image" Target="../media/image13.jpeg"/><Relationship Id="rId5" Type="http://schemas.openxmlformats.org/officeDocument/2006/relationships/image" Target="../media/image12.jpeg"/><Relationship Id="rId6" Type="http://schemas.openxmlformats.org/officeDocument/2006/relationships/image" Target="../media/image26.jpe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9.png"/><Relationship Id="rId4" Type="http://schemas.openxmlformats.org/officeDocument/2006/relationships/image" Target="../media/image30.svg"/><Relationship Id="rId5" Type="http://schemas.openxmlformats.org/officeDocument/2006/relationships/image" Target="../media/image31.svg"/><Relationship Id="rId6" Type="http://schemas.openxmlformats.org/officeDocument/2006/relationships/image" Target="../media/image32.svg"/><Relationship Id="rId7" Type="http://schemas.openxmlformats.org/officeDocument/2006/relationships/image" Target="../media/image33.svg"/><Relationship Id="rId8" Type="http://schemas.openxmlformats.org/officeDocument/2006/relationships/image" Target="../media/image34.svg"/><Relationship Id="rId9" Type="http://schemas.openxmlformats.org/officeDocument/2006/relationships/image" Target="../media/image35.svg"/><Relationship Id="rId10" Type="http://schemas.openxmlformats.org/officeDocument/2006/relationships/image" Target="../media/image36.svg"/><Relationship Id="rId11" Type="http://schemas.openxmlformats.org/officeDocument/2006/relationships/image" Target="../media/image37.svg"/><Relationship Id="rId12" Type="http://schemas.openxmlformats.org/officeDocument/2006/relationships/image" Target="../media/image38.svg"/><Relationship Id="rId13" Type="http://schemas.openxmlformats.org/officeDocument/2006/relationships/image" Target="../media/image39.svg"/><Relationship Id="rId14" Type="http://schemas.openxmlformats.org/officeDocument/2006/relationships/image" Target="../media/image40.svg"/><Relationship Id="rId15" Type="http://schemas.openxmlformats.org/officeDocument/2006/relationships/image" Target="../media/image41.svg"/><Relationship Id="rId16" Type="http://schemas.openxmlformats.org/officeDocument/2006/relationships/image" Target="../media/image42.svg"/><Relationship Id="rId17" Type="http://schemas.openxmlformats.org/officeDocument/2006/relationships/image" Target="../media/image43.svg"/><Relationship Id="rId18" Type="http://schemas.openxmlformats.org/officeDocument/2006/relationships/image" Target="../media/image44.svg"/><Relationship Id="rId19" Type="http://schemas.openxmlformats.org/officeDocument/2006/relationships/image" Target="../media/image45.svg"/><Relationship Id="rId20" Type="http://schemas.openxmlformats.org/officeDocument/2006/relationships/image" Target="../media/image46.svg"/><Relationship Id="rId21" Type="http://schemas.openxmlformats.org/officeDocument/2006/relationships/image" Target="../media/image47.svg"/><Relationship Id="rId22" Type="http://schemas.openxmlformats.org/officeDocument/2006/relationships/image" Target="../media/image48.svg"/><Relationship Id="rId23" Type="http://schemas.openxmlformats.org/officeDocument/2006/relationships/image" Target="../media/image49.svg"/><Relationship Id="rId24" Type="http://schemas.openxmlformats.org/officeDocument/2006/relationships/image" Target="../media/image50.svg"/><Relationship Id="rId25" Type="http://schemas.openxmlformats.org/officeDocument/2006/relationships/image" Target="../media/image51.svg"/><Relationship Id="rId26" Type="http://schemas.openxmlformats.org/officeDocument/2006/relationships/image" Target="../media/image52.svg"/><Relationship Id="rId27" Type="http://schemas.openxmlformats.org/officeDocument/2006/relationships/image" Target="../media/image53.svg"/><Relationship Id="rId28" Type="http://schemas.openxmlformats.org/officeDocument/2006/relationships/image" Target="../media/image54.svg"/><Relationship Id="rId29" Type="http://schemas.openxmlformats.org/officeDocument/2006/relationships/image" Target="../media/image55.svg"/><Relationship Id="rId30" Type="http://schemas.openxmlformats.org/officeDocument/2006/relationships/image" Target="../media/image56.svg"/><Relationship Id="rId31" Type="http://schemas.openxmlformats.org/officeDocument/2006/relationships/image" Target="../media/image57.svg"/><Relationship Id="rId32" Type="http://schemas.openxmlformats.org/officeDocument/2006/relationships/image" Target="../media/image58.svg"/><Relationship Id="rId33" Type="http://schemas.openxmlformats.org/officeDocument/2006/relationships/image" Target="../media/image59.svg"/><Relationship Id="rId34" Type="http://schemas.openxmlformats.org/officeDocument/2006/relationships/image" Target="../media/image60.svg"/><Relationship Id="rId35" Type="http://schemas.openxmlformats.org/officeDocument/2006/relationships/image" Target="../media/image61.svg"/><Relationship Id="rId36" Type="http://schemas.openxmlformats.org/officeDocument/2006/relationships/image" Target="../media/image62.svg"/><Relationship Id="rId37" Type="http://schemas.openxmlformats.org/officeDocument/2006/relationships/image" Target="../media/image63.svg"/><Relationship Id="rId38" Type="http://schemas.openxmlformats.org/officeDocument/2006/relationships/image" Target="../media/image64.svg"/><Relationship Id="rId39" Type="http://schemas.openxmlformats.org/officeDocument/2006/relationships/image" Target="../media/image65.svg"/><Relationship Id="rId40" Type="http://schemas.openxmlformats.org/officeDocument/2006/relationships/image" Target="../media/image66.svg"/><Relationship Id="rId41" Type="http://schemas.openxmlformats.org/officeDocument/2006/relationships/image" Target="../media/image67.svg"/><Relationship Id="rId42" Type="http://schemas.openxmlformats.org/officeDocument/2006/relationships/image" Target="../media/image68.svg"/><Relationship Id="rId43" Type="http://schemas.openxmlformats.org/officeDocument/2006/relationships/image" Target="../media/image69.svg"/><Relationship Id="rId44" Type="http://schemas.openxmlformats.org/officeDocument/2006/relationships/image" Target="../media/image70.svg"/><Relationship Id="rId45" Type="http://schemas.openxmlformats.org/officeDocument/2006/relationships/image" Target="../media/image71.svg"/><Relationship Id="rId46" Type="http://schemas.openxmlformats.org/officeDocument/2006/relationships/image" Target="../media/image72.svg"/><Relationship Id="rId47" Type="http://schemas.openxmlformats.org/officeDocument/2006/relationships/image" Target="../media/image73.svg"/><Relationship Id="rId48" Type="http://schemas.openxmlformats.org/officeDocument/2006/relationships/image" Target="../media/image74.sv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svg"/><Relationship Id="rId3" Type="http://schemas.openxmlformats.org/officeDocument/2006/relationships/image" Target="../media/image14.sv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svg"/><Relationship Id="rId3" Type="http://schemas.openxmlformats.org/officeDocument/2006/relationships/image" Target="../media/image7.sv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5.png"/><Relationship Id="rId3" Type="http://schemas.openxmlformats.org/officeDocument/2006/relationships/image" Target="../media/image7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oogle Shape;15;p3"/>
          <p:cNvGrpSpPr/>
          <p:nvPr/>
        </p:nvGrpSpPr>
        <p:grpSpPr>
          <a:xfrm>
            <a:off x="0" y="-5550"/>
            <a:ext cx="9144000" cy="5160150"/>
            <a:chOff x="0" y="-5550"/>
            <a:chExt cx="9144000" cy="5160150"/>
          </a:xfrm>
        </p:grpSpPr>
        <p:cxnSp>
          <p:nvCxnSpPr>
            <p:cNvPr id="16" name="Google Shape;16;p3"/>
            <p:cNvCxnSpPr/>
            <p:nvPr/>
          </p:nvCxnSpPr>
          <p:spPr>
            <a:xfrm rot="10800000">
              <a:off x="0" y="1996988"/>
              <a:ext cx="9144000" cy="0"/>
            </a:xfrm>
            <a:prstGeom prst="straightConnector1">
              <a:avLst/>
            </a:prstGeom>
            <a:noFill/>
            <a:ln w="635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7" name="Google Shape;17;p3"/>
            <p:cNvGrpSpPr/>
            <p:nvPr/>
          </p:nvGrpSpPr>
          <p:grpSpPr>
            <a:xfrm>
              <a:off x="0" y="-5550"/>
              <a:ext cx="9144000" cy="5160150"/>
              <a:chOff x="0" y="-5550"/>
              <a:chExt cx="9144000" cy="5160150"/>
            </a:xfrm>
          </p:grpSpPr>
          <p:cxnSp>
            <p:nvCxnSpPr>
              <p:cNvPr id="18" name="Google Shape;18;p3"/>
              <p:cNvCxnSpPr/>
              <p:nvPr/>
            </p:nvCxnSpPr>
            <p:spPr>
              <a:xfrm>
                <a:off x="3120000" y="-5550"/>
                <a:ext cx="0" cy="5154600"/>
              </a:xfrm>
              <a:prstGeom prst="straightConnector1">
                <a:avLst/>
              </a:prstGeom>
              <a:noFill/>
              <a:ln w="635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" name="Google Shape;19;p3"/>
              <p:cNvCxnSpPr/>
              <p:nvPr/>
            </p:nvCxnSpPr>
            <p:spPr>
              <a:xfrm>
                <a:off x="6060000" y="-5550"/>
                <a:ext cx="0" cy="5154600"/>
              </a:xfrm>
              <a:prstGeom prst="straightConnector1">
                <a:avLst/>
              </a:prstGeom>
              <a:noFill/>
              <a:ln w="635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20" name="Google Shape;20;p3"/>
              <p:cNvGrpSpPr/>
              <p:nvPr/>
            </p:nvGrpSpPr>
            <p:grpSpPr>
              <a:xfrm>
                <a:off x="0" y="-5550"/>
                <a:ext cx="9144000" cy="5160150"/>
                <a:chOff x="0" y="-5550"/>
                <a:chExt cx="9144000" cy="5160150"/>
              </a:xfrm>
            </p:grpSpPr>
            <p:cxnSp>
              <p:nvCxnSpPr>
                <p:cNvPr id="21" name="Google Shape;21;p3"/>
                <p:cNvCxnSpPr/>
                <p:nvPr/>
              </p:nvCxnSpPr>
              <p:spPr>
                <a:xfrm>
                  <a:off x="180000" y="-5550"/>
                  <a:ext cx="0" cy="5154600"/>
                </a:xfrm>
                <a:prstGeom prst="straightConnector1">
                  <a:avLst/>
                </a:prstGeom>
                <a:noFill/>
                <a:ln w="6350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2" name="Google Shape;22;p3"/>
                <p:cNvCxnSpPr/>
                <p:nvPr/>
              </p:nvCxnSpPr>
              <p:spPr>
                <a:xfrm>
                  <a:off x="9000000" y="0"/>
                  <a:ext cx="0" cy="5154600"/>
                </a:xfrm>
                <a:prstGeom prst="straightConnector1">
                  <a:avLst/>
                </a:prstGeom>
                <a:noFill/>
                <a:ln w="6350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3" name="Google Shape;23;p3"/>
                <p:cNvCxnSpPr/>
                <p:nvPr/>
              </p:nvCxnSpPr>
              <p:spPr>
                <a:xfrm rot="10800000">
                  <a:off x="0" y="174163"/>
                  <a:ext cx="9144000" cy="0"/>
                </a:xfrm>
                <a:prstGeom prst="straightConnector1">
                  <a:avLst/>
                </a:prstGeom>
                <a:noFill/>
                <a:ln w="6350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" name="Google Shape;24;p3"/>
                <p:cNvCxnSpPr/>
                <p:nvPr/>
              </p:nvCxnSpPr>
              <p:spPr>
                <a:xfrm rot="10800000">
                  <a:off x="0" y="4963488"/>
                  <a:ext cx="9144000" cy="0"/>
                </a:xfrm>
                <a:prstGeom prst="straightConnector1">
                  <a:avLst/>
                </a:prstGeom>
                <a:noFill/>
                <a:ln w="6350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5" name="Google Shape;25;p3"/>
                <p:cNvCxnSpPr/>
                <p:nvPr/>
              </p:nvCxnSpPr>
              <p:spPr>
                <a:xfrm rot="10800000">
                  <a:off x="0" y="1632538"/>
                  <a:ext cx="9144000" cy="0"/>
                </a:xfrm>
                <a:prstGeom prst="straightConnector1">
                  <a:avLst/>
                </a:prstGeom>
                <a:noFill/>
                <a:ln w="6350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26" name="Google Shape;26;p3"/>
          <p:cNvSpPr txBox="1"/>
          <p:nvPr/>
        </p:nvSpPr>
        <p:spPr>
          <a:xfrm>
            <a:off x="360002" y="174162"/>
            <a:ext cx="8424076" cy="1467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5200">
                <a:solidFill>
                  <a:schemeClr val="tx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Document title in two lines maximum</a:t>
            </a:r>
            <a:endParaRPr sz="5200">
              <a:solidFill>
                <a:schemeClr val="tx1"/>
              </a:solidFill>
              <a:latin typeface="Ufficio 300" pitchFamily="2" charset="0"/>
              <a:ea typeface="Geist"/>
              <a:cs typeface="Geist"/>
              <a:sym typeface="Geist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3120000" y="2359850"/>
            <a:ext cx="1058703" cy="30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latin typeface="Geist Light"/>
                <a:ea typeface="Geist Light"/>
                <a:cs typeface="Geist Light"/>
                <a:sym typeface="Geist Light"/>
              </a:rPr>
              <a:t>KEYWORD</a:t>
            </a:r>
            <a:endParaRPr sz="1600">
              <a:latin typeface="Geist Light"/>
              <a:ea typeface="Geist Light"/>
              <a:cs typeface="Geist Light"/>
              <a:sym typeface="Geist Light"/>
            </a:endParaRPr>
          </a:p>
        </p:txBody>
      </p:sp>
      <p:pic>
        <p:nvPicPr>
          <p:cNvPr id="28" name="Google Shape;28;p3" title="Vecto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01050" y="4564550"/>
            <a:ext cx="398950" cy="39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3" title="Diametra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610" y="4564550"/>
            <a:ext cx="2116680" cy="39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3"/>
          <p:cNvSpPr/>
          <p:nvPr/>
        </p:nvSpPr>
        <p:spPr>
          <a:xfrm>
            <a:off x="3120000" y="1997000"/>
            <a:ext cx="1202704" cy="301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latin typeface="Geist Light"/>
                <a:ea typeface="Geist Light"/>
                <a:cs typeface="Geist Light"/>
                <a:sym typeface="Geist Light"/>
              </a:rPr>
              <a:t>MAIN TOPIC</a:t>
            </a:r>
            <a:endParaRPr sz="1600">
              <a:latin typeface="Geist Light"/>
              <a:ea typeface="Geist Light"/>
              <a:cs typeface="Geist Light"/>
              <a:sym typeface="Geist Light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242026" y="2359850"/>
            <a:ext cx="1086281" cy="30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latin typeface="Geist Light"/>
                <a:ea typeface="Geist Light"/>
                <a:cs typeface="Geist Light"/>
                <a:sym typeface="Geist Light"/>
              </a:rPr>
              <a:t>MM/YEAR</a:t>
            </a:r>
            <a:endParaRPr sz="1600">
              <a:latin typeface="Geist Light"/>
              <a:ea typeface="Geist Light"/>
              <a:cs typeface="Geist Light"/>
              <a:sym typeface="Geist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4"/>
          <p:cNvGrpSpPr/>
          <p:nvPr/>
        </p:nvGrpSpPr>
        <p:grpSpPr>
          <a:xfrm>
            <a:off x="0" y="-5550"/>
            <a:ext cx="9144000" cy="5154600"/>
            <a:chOff x="0" y="-5550"/>
            <a:chExt cx="9144000" cy="5154600"/>
          </a:xfrm>
        </p:grpSpPr>
        <p:cxnSp>
          <p:nvCxnSpPr>
            <p:cNvPr id="43" name="Google Shape;43;p4"/>
            <p:cNvCxnSpPr/>
            <p:nvPr/>
          </p:nvCxnSpPr>
          <p:spPr>
            <a:xfrm>
              <a:off x="3120000" y="-5550"/>
              <a:ext cx="0" cy="5154600"/>
            </a:xfrm>
            <a:prstGeom prst="straightConnector1">
              <a:avLst/>
            </a:prstGeom>
            <a:noFill/>
            <a:ln w="635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" name="Google Shape;44;p4"/>
            <p:cNvCxnSpPr/>
            <p:nvPr/>
          </p:nvCxnSpPr>
          <p:spPr>
            <a:xfrm rot="10800000">
              <a:off x="0" y="950874"/>
              <a:ext cx="9144000" cy="0"/>
            </a:xfrm>
            <a:prstGeom prst="straightConnector1">
              <a:avLst/>
            </a:prstGeom>
            <a:noFill/>
            <a:ln w="635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45;p4"/>
            <p:cNvCxnSpPr/>
            <p:nvPr/>
          </p:nvCxnSpPr>
          <p:spPr>
            <a:xfrm rot="10800000">
              <a:off x="0" y="1773652"/>
              <a:ext cx="9144000" cy="0"/>
            </a:xfrm>
            <a:prstGeom prst="straightConnector1">
              <a:avLst/>
            </a:prstGeom>
            <a:noFill/>
            <a:ln w="635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" name="Google Shape;46;p4"/>
            <p:cNvCxnSpPr/>
            <p:nvPr/>
          </p:nvCxnSpPr>
          <p:spPr>
            <a:xfrm rot="10800000">
              <a:off x="0" y="2553402"/>
              <a:ext cx="9144000" cy="0"/>
            </a:xfrm>
            <a:prstGeom prst="straightConnector1">
              <a:avLst/>
            </a:prstGeom>
            <a:noFill/>
            <a:ln w="635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" name="Google Shape;47;p4"/>
            <p:cNvCxnSpPr/>
            <p:nvPr/>
          </p:nvCxnSpPr>
          <p:spPr>
            <a:xfrm rot="10800000">
              <a:off x="0" y="2181102"/>
              <a:ext cx="9144000" cy="0"/>
            </a:xfrm>
            <a:prstGeom prst="straightConnector1">
              <a:avLst/>
            </a:prstGeom>
            <a:noFill/>
            <a:ln w="635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" name="Google Shape;48;p4"/>
            <p:cNvCxnSpPr/>
            <p:nvPr/>
          </p:nvCxnSpPr>
          <p:spPr>
            <a:xfrm rot="10800000">
              <a:off x="0" y="2958477"/>
              <a:ext cx="9144000" cy="0"/>
            </a:xfrm>
            <a:prstGeom prst="straightConnector1">
              <a:avLst/>
            </a:prstGeom>
            <a:noFill/>
            <a:ln w="635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1" name="Google Shape;51;p4"/>
          <p:cNvSpPr txBox="1"/>
          <p:nvPr/>
        </p:nvSpPr>
        <p:spPr>
          <a:xfrm>
            <a:off x="3120000" y="1520675"/>
            <a:ext cx="58800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First chapter title</a:t>
            </a:r>
            <a:endParaRPr sz="24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52" name="Google Shape;52;p4"/>
          <p:cNvSpPr txBox="1"/>
          <p:nvPr/>
        </p:nvSpPr>
        <p:spPr>
          <a:xfrm>
            <a:off x="3120000" y="1927275"/>
            <a:ext cx="58800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24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Second </a:t>
            </a:r>
            <a:r>
              <a:rPr lang="fr-FR" sz="24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chapter</a:t>
            </a:r>
            <a:r>
              <a:rPr lang="fr-FR" sz="24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-FR" sz="24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title</a:t>
            </a:r>
            <a:endParaRPr lang="fr-FR" sz="24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53" name="Google Shape;53;p4"/>
          <p:cNvSpPr txBox="1"/>
          <p:nvPr/>
        </p:nvSpPr>
        <p:spPr>
          <a:xfrm>
            <a:off x="3120000" y="2299575"/>
            <a:ext cx="58800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24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Third </a:t>
            </a:r>
            <a:r>
              <a:rPr lang="fr-FR" sz="24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chapter</a:t>
            </a:r>
            <a:r>
              <a:rPr lang="fr-FR" sz="24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-FR" sz="24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title</a:t>
            </a:r>
            <a:endParaRPr lang="fr-FR" sz="24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3120000" y="2708906"/>
            <a:ext cx="58800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24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Fourth</a:t>
            </a:r>
            <a:r>
              <a:rPr lang="fr-FR" sz="24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-FR" sz="24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chapter</a:t>
            </a:r>
            <a:r>
              <a:rPr lang="fr-FR" sz="24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-FR" sz="24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title</a:t>
            </a:r>
            <a:endParaRPr lang="fr-FR" sz="24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180000" y="1638237"/>
            <a:ext cx="2940000" cy="1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01</a:t>
            </a:r>
            <a:endParaRPr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180000" y="2045442"/>
            <a:ext cx="2940000" cy="1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02</a:t>
            </a:r>
            <a:endParaRPr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180000" y="2412661"/>
            <a:ext cx="2940000" cy="1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03</a:t>
            </a:r>
            <a:endParaRPr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180000" y="2819779"/>
            <a:ext cx="2940000" cy="1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04</a:t>
            </a:r>
            <a:endParaRPr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6" name="Google Shape;36;p4"/>
          <p:cNvSpPr txBox="1"/>
          <p:nvPr/>
        </p:nvSpPr>
        <p:spPr>
          <a:xfrm>
            <a:off x="215635" y="209780"/>
            <a:ext cx="2904362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50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Summary</a:t>
            </a:r>
            <a:endParaRPr sz="5000">
              <a:solidFill>
                <a:schemeClr val="dk1"/>
              </a:solidFill>
              <a:latin typeface="Ufficio 300" pitchFamily="2" charset="0"/>
              <a:ea typeface="Geist"/>
              <a:cs typeface="Geist"/>
              <a:sym typeface="Geist"/>
            </a:endParaRPr>
          </a:p>
        </p:txBody>
      </p:sp>
      <p:sp>
        <p:nvSpPr>
          <p:cNvPr id="3" name="Google Shape;135;p7">
            <a:extLst>
              <a:ext uri="{FF2B5EF4-FFF2-40B4-BE49-F238E27FC236}">
                <a16:creationId xmlns:a16="http://schemas.microsoft.com/office/drawing/2014/main" id="{6502D9BA-A4E4-23CC-FF5C-505D70073731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tx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2</a:t>
            </a:fld>
            <a:endParaRPr lang="fr" sz="1000">
              <a:solidFill>
                <a:schemeClr val="tx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>
          <a:extLst>
            <a:ext uri="{FF2B5EF4-FFF2-40B4-BE49-F238E27FC236}">
              <a16:creationId xmlns:a16="http://schemas.microsoft.com/office/drawing/2014/main" id="{9467D3EE-7A98-52F7-87A5-908D6F5BB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7F84A0B0-CFBF-9A8F-5904-6D2CD5BFCE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00" t="1823" r="22498"/>
          <a:stretch>
            <a:fillRect/>
          </a:stretch>
        </p:blipFill>
        <p:spPr>
          <a:xfrm>
            <a:off x="2995794" y="1191326"/>
            <a:ext cx="2878051" cy="2843855"/>
          </a:xfrm>
          <a:prstGeom prst="rect">
            <a:avLst/>
          </a:prstGeom>
        </p:spPr>
      </p:pic>
      <p:grpSp>
        <p:nvGrpSpPr>
          <p:cNvPr id="38" name="Google Shape;38;p4">
            <a:extLst>
              <a:ext uri="{FF2B5EF4-FFF2-40B4-BE49-F238E27FC236}">
                <a16:creationId xmlns:a16="http://schemas.microsoft.com/office/drawing/2014/main" id="{7690609B-42D4-A584-CC5E-41D23FBA45E4}"/>
              </a:ext>
            </a:extLst>
          </p:cNvPr>
          <p:cNvGrpSpPr/>
          <p:nvPr/>
        </p:nvGrpSpPr>
        <p:grpSpPr>
          <a:xfrm>
            <a:off x="0" y="-5550"/>
            <a:ext cx="9144000" cy="5154600"/>
            <a:chOff x="0" y="-5550"/>
            <a:chExt cx="9144000" cy="5154600"/>
          </a:xfrm>
        </p:grpSpPr>
        <p:cxnSp>
          <p:nvCxnSpPr>
            <p:cNvPr id="43" name="Google Shape;43;p4">
              <a:extLst>
                <a:ext uri="{FF2B5EF4-FFF2-40B4-BE49-F238E27FC236}">
                  <a16:creationId xmlns:a16="http://schemas.microsoft.com/office/drawing/2014/main" id="{3C127323-C76A-76B3-729D-C24469AE7B89}"/>
                </a:ext>
              </a:extLst>
            </p:cNvPr>
            <p:cNvCxnSpPr/>
            <p:nvPr/>
          </p:nvCxnSpPr>
          <p:spPr>
            <a:xfrm>
              <a:off x="2995794" y="-5550"/>
              <a:ext cx="0" cy="5154600"/>
            </a:xfrm>
            <a:prstGeom prst="straightConnector1">
              <a:avLst/>
            </a:prstGeom>
            <a:noFill/>
            <a:ln w="635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" name="Google Shape;48;p4">
              <a:extLst>
                <a:ext uri="{FF2B5EF4-FFF2-40B4-BE49-F238E27FC236}">
                  <a16:creationId xmlns:a16="http://schemas.microsoft.com/office/drawing/2014/main" id="{43EE87FC-CF51-D8BA-0265-8E0EA085368F}"/>
                </a:ext>
              </a:extLst>
            </p:cNvPr>
            <p:cNvCxnSpPr/>
            <p:nvPr/>
          </p:nvCxnSpPr>
          <p:spPr>
            <a:xfrm rot="10800000">
              <a:off x="0" y="4035183"/>
              <a:ext cx="9144000" cy="0"/>
            </a:xfrm>
            <a:prstGeom prst="straightConnector1">
              <a:avLst/>
            </a:prstGeom>
            <a:noFill/>
            <a:ln w="635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" name="Google Shape;46;p4">
              <a:extLst>
                <a:ext uri="{FF2B5EF4-FFF2-40B4-BE49-F238E27FC236}">
                  <a16:creationId xmlns:a16="http://schemas.microsoft.com/office/drawing/2014/main" id="{3EAFB6D0-C211-2CC6-BE53-0DD240C4D942}"/>
                </a:ext>
              </a:extLst>
            </p:cNvPr>
            <p:cNvCxnSpPr/>
            <p:nvPr/>
          </p:nvCxnSpPr>
          <p:spPr>
            <a:xfrm rot="10800000">
              <a:off x="0" y="1191327"/>
              <a:ext cx="9144000" cy="0"/>
            </a:xfrm>
            <a:prstGeom prst="straightConnector1">
              <a:avLst/>
            </a:prstGeom>
            <a:noFill/>
            <a:ln w="635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6" name="Google Shape;36;p4">
            <a:extLst>
              <a:ext uri="{FF2B5EF4-FFF2-40B4-BE49-F238E27FC236}">
                <a16:creationId xmlns:a16="http://schemas.microsoft.com/office/drawing/2014/main" id="{010D10F7-B770-4113-3C27-BA3716590FB5}"/>
              </a:ext>
            </a:extLst>
          </p:cNvPr>
          <p:cNvSpPr txBox="1"/>
          <p:nvPr/>
        </p:nvSpPr>
        <p:spPr>
          <a:xfrm>
            <a:off x="218100" y="343780"/>
            <a:ext cx="2816172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50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Summary</a:t>
            </a:r>
            <a:endParaRPr sz="5000">
              <a:solidFill>
                <a:schemeClr val="dk1"/>
              </a:solidFill>
              <a:latin typeface="Ufficio 300" pitchFamily="2" charset="0"/>
              <a:ea typeface="Geist"/>
              <a:cs typeface="Geist"/>
              <a:sym typeface="Geist"/>
            </a:endParaRPr>
          </a:p>
        </p:txBody>
      </p:sp>
      <p:cxnSp>
        <p:nvCxnSpPr>
          <p:cNvPr id="16" name="Google Shape;43;p4">
            <a:extLst>
              <a:ext uri="{FF2B5EF4-FFF2-40B4-BE49-F238E27FC236}">
                <a16:creationId xmlns:a16="http://schemas.microsoft.com/office/drawing/2014/main" id="{89DF28FF-319A-24B5-DBD5-D367CBC5035A}"/>
              </a:ext>
            </a:extLst>
          </p:cNvPr>
          <p:cNvCxnSpPr/>
          <p:nvPr/>
        </p:nvCxnSpPr>
        <p:spPr>
          <a:xfrm>
            <a:off x="4291194" y="0"/>
            <a:ext cx="0" cy="515460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51;p4">
            <a:extLst>
              <a:ext uri="{FF2B5EF4-FFF2-40B4-BE49-F238E27FC236}">
                <a16:creationId xmlns:a16="http://schemas.microsoft.com/office/drawing/2014/main" id="{0304A6CF-FA0E-49ED-F760-28C889DD15C7}"/>
              </a:ext>
            </a:extLst>
          </p:cNvPr>
          <p:cNvSpPr txBox="1"/>
          <p:nvPr/>
        </p:nvSpPr>
        <p:spPr>
          <a:xfrm>
            <a:off x="5936733" y="1869465"/>
            <a:ext cx="2622051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First </a:t>
            </a:r>
            <a:r>
              <a:rPr lang="fr-FR" sz="16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chapter</a:t>
            </a:r>
            <a:r>
              <a:rPr lang="fr-FR" sz="16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-FR" sz="16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title</a:t>
            </a:r>
            <a:endParaRPr sz="16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4" name="Google Shape;51;p4">
            <a:extLst>
              <a:ext uri="{FF2B5EF4-FFF2-40B4-BE49-F238E27FC236}">
                <a16:creationId xmlns:a16="http://schemas.microsoft.com/office/drawing/2014/main" id="{CA3E1F5B-5B15-A8EF-24FE-7A19B304DA45}"/>
              </a:ext>
            </a:extLst>
          </p:cNvPr>
          <p:cNvSpPr txBox="1"/>
          <p:nvPr/>
        </p:nvSpPr>
        <p:spPr>
          <a:xfrm>
            <a:off x="5936733" y="2258413"/>
            <a:ext cx="2758086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16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Second </a:t>
            </a:r>
            <a:r>
              <a:rPr lang="fr-FR" sz="16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chapter</a:t>
            </a:r>
            <a:r>
              <a:rPr lang="fr-FR" sz="16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-FR" sz="16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title</a:t>
            </a:r>
            <a:endParaRPr lang="fr-FR" sz="16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5" name="Google Shape;51;p4">
            <a:extLst>
              <a:ext uri="{FF2B5EF4-FFF2-40B4-BE49-F238E27FC236}">
                <a16:creationId xmlns:a16="http://schemas.microsoft.com/office/drawing/2014/main" id="{82ADD628-192C-DCA4-8149-92C057D1CFCF}"/>
              </a:ext>
            </a:extLst>
          </p:cNvPr>
          <p:cNvSpPr txBox="1"/>
          <p:nvPr/>
        </p:nvSpPr>
        <p:spPr>
          <a:xfrm>
            <a:off x="5936482" y="2647361"/>
            <a:ext cx="3060603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fr-FR" sz="16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Third </a:t>
            </a:r>
            <a:r>
              <a:rPr lang="fr-FR" sz="16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chapter</a:t>
            </a:r>
            <a:r>
              <a:rPr lang="fr-FR" sz="16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-FR" sz="16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title</a:t>
            </a:r>
            <a:endParaRPr lang="fr-FR" sz="16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6" name="Google Shape;51;p4">
            <a:extLst>
              <a:ext uri="{FF2B5EF4-FFF2-40B4-BE49-F238E27FC236}">
                <a16:creationId xmlns:a16="http://schemas.microsoft.com/office/drawing/2014/main" id="{BFBBD0F0-5D22-0360-9A9A-4BA28E0908B6}"/>
              </a:ext>
            </a:extLst>
          </p:cNvPr>
          <p:cNvSpPr txBox="1"/>
          <p:nvPr/>
        </p:nvSpPr>
        <p:spPr>
          <a:xfrm>
            <a:off x="5936483" y="3040283"/>
            <a:ext cx="3060611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sz="16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Fourth</a:t>
            </a:r>
            <a:r>
              <a:rPr lang="fr-FR" sz="16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-FR" sz="16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chapter</a:t>
            </a:r>
            <a:r>
              <a:rPr lang="fr-FR" sz="16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-FR" sz="16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title</a:t>
            </a:r>
            <a:endParaRPr lang="fr-FR" sz="16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11" name="Google Shape;151;p7">
            <a:extLst>
              <a:ext uri="{FF2B5EF4-FFF2-40B4-BE49-F238E27FC236}">
                <a16:creationId xmlns:a16="http://schemas.microsoft.com/office/drawing/2014/main" id="{EA6EF29B-BAF4-6300-967E-C7DEF092406E}"/>
              </a:ext>
            </a:extLst>
          </p:cNvPr>
          <p:cNvSpPr/>
          <p:nvPr/>
        </p:nvSpPr>
        <p:spPr>
          <a:xfrm>
            <a:off x="5528766" y="1869465"/>
            <a:ext cx="288000" cy="2880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 Light"/>
              </a:rPr>
              <a:t>01</a:t>
            </a:r>
            <a:endParaRPr sz="1100">
              <a:solidFill>
                <a:schemeClr val="bg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 Light"/>
            </a:endParaRPr>
          </a:p>
        </p:txBody>
      </p:sp>
      <p:sp>
        <p:nvSpPr>
          <p:cNvPr id="12" name="Google Shape;151;p7">
            <a:extLst>
              <a:ext uri="{FF2B5EF4-FFF2-40B4-BE49-F238E27FC236}">
                <a16:creationId xmlns:a16="http://schemas.microsoft.com/office/drawing/2014/main" id="{CEE77EDB-3C2F-64A0-B33A-C0C8E8DCE001}"/>
              </a:ext>
            </a:extLst>
          </p:cNvPr>
          <p:cNvSpPr/>
          <p:nvPr/>
        </p:nvSpPr>
        <p:spPr>
          <a:xfrm>
            <a:off x="5528766" y="2259990"/>
            <a:ext cx="288000" cy="2880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 Light"/>
              </a:rPr>
              <a:t>02</a:t>
            </a:r>
            <a:endParaRPr sz="1100">
              <a:solidFill>
                <a:schemeClr val="bg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 Light"/>
            </a:endParaRPr>
          </a:p>
        </p:txBody>
      </p:sp>
      <p:sp>
        <p:nvSpPr>
          <p:cNvPr id="13" name="Google Shape;151;p7">
            <a:extLst>
              <a:ext uri="{FF2B5EF4-FFF2-40B4-BE49-F238E27FC236}">
                <a16:creationId xmlns:a16="http://schemas.microsoft.com/office/drawing/2014/main" id="{B737CDCE-9FEA-5FAA-9D2A-6688F36210A3}"/>
              </a:ext>
            </a:extLst>
          </p:cNvPr>
          <p:cNvSpPr/>
          <p:nvPr/>
        </p:nvSpPr>
        <p:spPr>
          <a:xfrm>
            <a:off x="5528766" y="2650515"/>
            <a:ext cx="288000" cy="2880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 Light"/>
              </a:rPr>
              <a:t>03</a:t>
            </a:r>
            <a:endParaRPr sz="1100">
              <a:solidFill>
                <a:schemeClr val="bg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 Light"/>
            </a:endParaRPr>
          </a:p>
        </p:txBody>
      </p:sp>
      <p:sp>
        <p:nvSpPr>
          <p:cNvPr id="14" name="Google Shape;151;p7">
            <a:extLst>
              <a:ext uri="{FF2B5EF4-FFF2-40B4-BE49-F238E27FC236}">
                <a16:creationId xmlns:a16="http://schemas.microsoft.com/office/drawing/2014/main" id="{0B7D446D-A797-6C31-E802-F45D7127187A}"/>
              </a:ext>
            </a:extLst>
          </p:cNvPr>
          <p:cNvSpPr/>
          <p:nvPr/>
        </p:nvSpPr>
        <p:spPr>
          <a:xfrm>
            <a:off x="5528766" y="3041040"/>
            <a:ext cx="288000" cy="2880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 Light"/>
              </a:rPr>
              <a:t>04</a:t>
            </a:r>
            <a:endParaRPr sz="1100">
              <a:solidFill>
                <a:schemeClr val="bg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 Light"/>
            </a:endParaRPr>
          </a:p>
        </p:txBody>
      </p:sp>
      <p:cxnSp>
        <p:nvCxnSpPr>
          <p:cNvPr id="17" name="Google Shape;43;p4">
            <a:extLst>
              <a:ext uri="{FF2B5EF4-FFF2-40B4-BE49-F238E27FC236}">
                <a16:creationId xmlns:a16="http://schemas.microsoft.com/office/drawing/2014/main" id="{05ADD846-049D-B276-CE21-1BF88021E668}"/>
              </a:ext>
            </a:extLst>
          </p:cNvPr>
          <p:cNvCxnSpPr/>
          <p:nvPr/>
        </p:nvCxnSpPr>
        <p:spPr>
          <a:xfrm>
            <a:off x="5873850" y="-5550"/>
            <a:ext cx="0" cy="515460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Google Shape;51;p4">
            <a:extLst>
              <a:ext uri="{FF2B5EF4-FFF2-40B4-BE49-F238E27FC236}">
                <a16:creationId xmlns:a16="http://schemas.microsoft.com/office/drawing/2014/main" id="{FEF0887A-67A0-6B2D-E442-F84AE443FC2D}"/>
              </a:ext>
            </a:extLst>
          </p:cNvPr>
          <p:cNvSpPr txBox="1"/>
          <p:nvPr/>
        </p:nvSpPr>
        <p:spPr>
          <a:xfrm>
            <a:off x="5936483" y="3425257"/>
            <a:ext cx="3060611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fr-FR" sz="16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Fifth</a:t>
            </a:r>
            <a:r>
              <a:rPr lang="fr-FR" sz="16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-FR" sz="16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chapter</a:t>
            </a:r>
            <a:r>
              <a:rPr lang="fr-FR" sz="16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-FR" sz="16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title</a:t>
            </a:r>
            <a:endParaRPr lang="fr-FR" sz="16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9" name="Google Shape;151;p7">
            <a:extLst>
              <a:ext uri="{FF2B5EF4-FFF2-40B4-BE49-F238E27FC236}">
                <a16:creationId xmlns:a16="http://schemas.microsoft.com/office/drawing/2014/main" id="{39A0B4EC-BAAF-CD2D-2F2E-16C5AB764748}"/>
              </a:ext>
            </a:extLst>
          </p:cNvPr>
          <p:cNvSpPr/>
          <p:nvPr/>
        </p:nvSpPr>
        <p:spPr>
          <a:xfrm>
            <a:off x="5528766" y="3426014"/>
            <a:ext cx="288000" cy="2880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fr" sz="1100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 Light"/>
              </a:rPr>
              <a:t>05</a:t>
            </a:r>
            <a:endParaRPr sz="1100">
              <a:solidFill>
                <a:schemeClr val="bg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 Light"/>
            </a:endParaRPr>
          </a:p>
        </p:txBody>
      </p:sp>
      <p:sp>
        <p:nvSpPr>
          <p:cNvPr id="7" name="Google Shape;135;p7">
            <a:extLst>
              <a:ext uri="{FF2B5EF4-FFF2-40B4-BE49-F238E27FC236}">
                <a16:creationId xmlns:a16="http://schemas.microsoft.com/office/drawing/2014/main" id="{2D7A611F-D220-04E0-BA24-A0DB8E7575B1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tx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3</a:t>
            </a:fld>
            <a:endParaRPr lang="fr" sz="1000">
              <a:solidFill>
                <a:schemeClr val="tx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77210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1000" b="-6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9FC924-3A8C-3658-7EDD-A5A5E5F35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8943F4-798E-8015-E6DD-4788137CD05B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bg1"/>
              </a:gs>
              <a:gs pos="0">
                <a:srgbClr val="121214">
                  <a:alpha val="39588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9D7F160D-B9C4-28DC-F68A-3DEE1CD3DA40}"/>
              </a:ext>
            </a:extLst>
          </p:cNvPr>
          <p:cNvCxnSpPr/>
          <p:nvPr/>
        </p:nvCxnSpPr>
        <p:spPr>
          <a:xfrm>
            <a:off x="1579032" y="-7200"/>
            <a:ext cx="0" cy="515520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66EB6D3B-0B7D-7A5F-F279-ED8676DF8190}"/>
              </a:ext>
            </a:extLst>
          </p:cNvPr>
          <p:cNvCxnSpPr/>
          <p:nvPr/>
        </p:nvCxnSpPr>
        <p:spPr>
          <a:xfrm>
            <a:off x="7637544" y="-7200"/>
            <a:ext cx="0" cy="515520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414EC74D-0017-C25E-D8DA-E4BC25A5A44E}"/>
              </a:ext>
            </a:extLst>
          </p:cNvPr>
          <p:cNvCxnSpPr>
            <a:cxnSpLocks/>
          </p:cNvCxnSpPr>
          <p:nvPr/>
        </p:nvCxnSpPr>
        <p:spPr>
          <a:xfrm flipV="1">
            <a:off x="0" y="1895184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11BDDE33-D7C5-FD25-6F94-2E3750D28D64}"/>
              </a:ext>
            </a:extLst>
          </p:cNvPr>
          <p:cNvCxnSpPr>
            <a:cxnSpLocks/>
          </p:cNvCxnSpPr>
          <p:nvPr/>
        </p:nvCxnSpPr>
        <p:spPr>
          <a:xfrm flipV="1">
            <a:off x="0" y="3281904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que 12">
            <a:extLst>
              <a:ext uri="{FF2B5EF4-FFF2-40B4-BE49-F238E27FC236}">
                <a16:creationId xmlns:a16="http://schemas.microsoft.com/office/drawing/2014/main" id="{B8ED1E7F-7226-A252-88F0-FA3F652BBA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3600" y="4762800"/>
            <a:ext cx="1058400" cy="199572"/>
          </a:xfrm>
          <a:prstGeom prst="rect">
            <a:avLst/>
          </a:prstGeom>
        </p:spPr>
      </p:pic>
      <p:pic>
        <p:nvPicPr>
          <p:cNvPr id="15" name="Graphique 14">
            <a:extLst>
              <a:ext uri="{FF2B5EF4-FFF2-40B4-BE49-F238E27FC236}">
                <a16:creationId xmlns:a16="http://schemas.microsoft.com/office/drawing/2014/main" id="{D1BDB231-6276-5B18-FE02-526C94078E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94800" y="198000"/>
            <a:ext cx="198000" cy="198000"/>
          </a:xfrm>
          <a:prstGeom prst="rect">
            <a:avLst/>
          </a:prstGeom>
        </p:spPr>
      </p:pic>
      <p:sp>
        <p:nvSpPr>
          <p:cNvPr id="17" name="Google Shape;36;p4">
            <a:extLst>
              <a:ext uri="{FF2B5EF4-FFF2-40B4-BE49-F238E27FC236}">
                <a16:creationId xmlns:a16="http://schemas.microsoft.com/office/drawing/2014/main" id="{DAD69581-DFE3-4E80-2563-508A7585428A}"/>
              </a:ext>
            </a:extLst>
          </p:cNvPr>
          <p:cNvSpPr txBox="1"/>
          <p:nvPr/>
        </p:nvSpPr>
        <p:spPr>
          <a:xfrm>
            <a:off x="1649506" y="1895183"/>
            <a:ext cx="5915462" cy="1378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5000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K</a:t>
            </a:r>
            <a:r>
              <a:rPr lang="fr" sz="5000" err="1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ey</a:t>
            </a:r>
            <a:r>
              <a:rPr lang="fr" sz="5000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 short question in </a:t>
            </a:r>
            <a:r>
              <a:rPr lang="fr" sz="5000" err="1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two</a:t>
            </a:r>
            <a:r>
              <a:rPr lang="fr" sz="5000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 </a:t>
            </a:r>
            <a:r>
              <a:rPr lang="fr" sz="5000" err="1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lines</a:t>
            </a:r>
            <a:r>
              <a:rPr lang="fr" sz="5000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 max.</a:t>
            </a:r>
            <a:endParaRPr sz="5000">
              <a:solidFill>
                <a:schemeClr val="bg1"/>
              </a:solidFill>
              <a:latin typeface="Ufficio 300" pitchFamily="2" charset="0"/>
              <a:ea typeface="Geist"/>
              <a:cs typeface="Geist"/>
              <a:sym typeface="Geist"/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F2B7F93E-3B4A-6BA2-6E9B-F81AB839F09F}"/>
              </a:ext>
            </a:extLst>
          </p:cNvPr>
          <p:cNvCxnSpPr/>
          <p:nvPr/>
        </p:nvCxnSpPr>
        <p:spPr>
          <a:xfrm>
            <a:off x="180000" y="-7200"/>
            <a:ext cx="0" cy="515520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97BEE595-317A-6639-D492-294FA87BD744}"/>
              </a:ext>
            </a:extLst>
          </p:cNvPr>
          <p:cNvCxnSpPr/>
          <p:nvPr/>
        </p:nvCxnSpPr>
        <p:spPr>
          <a:xfrm>
            <a:off x="9000000" y="-7200"/>
            <a:ext cx="0" cy="515520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DE133787-98C2-2B6E-9E1B-AB2BD6A215D2}"/>
              </a:ext>
            </a:extLst>
          </p:cNvPr>
          <p:cNvCxnSpPr>
            <a:cxnSpLocks/>
          </p:cNvCxnSpPr>
          <p:nvPr/>
        </p:nvCxnSpPr>
        <p:spPr>
          <a:xfrm flipV="1">
            <a:off x="0" y="19440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C7A02B29-CF48-7456-95ED-12168842C7C4}"/>
              </a:ext>
            </a:extLst>
          </p:cNvPr>
          <p:cNvCxnSpPr>
            <a:cxnSpLocks/>
          </p:cNvCxnSpPr>
          <p:nvPr/>
        </p:nvCxnSpPr>
        <p:spPr>
          <a:xfrm flipV="1">
            <a:off x="0" y="496440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Google Shape;31;p3">
            <a:extLst>
              <a:ext uri="{FF2B5EF4-FFF2-40B4-BE49-F238E27FC236}">
                <a16:creationId xmlns:a16="http://schemas.microsoft.com/office/drawing/2014/main" id="{229BEB2B-AE8A-2154-78E7-041CF4F72C08}"/>
              </a:ext>
            </a:extLst>
          </p:cNvPr>
          <p:cNvSpPr/>
          <p:nvPr/>
        </p:nvSpPr>
        <p:spPr>
          <a:xfrm>
            <a:off x="770969" y="1897855"/>
            <a:ext cx="808063" cy="238935"/>
          </a:xfrm>
          <a:prstGeom prst="rect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fr" sz="1200">
                <a:solidFill>
                  <a:schemeClr val="bg1"/>
                </a:solidFill>
                <a:latin typeface="Geist Light"/>
                <a:ea typeface="Geist Light"/>
                <a:cs typeface="Geist Light"/>
                <a:sym typeface="Geist Light"/>
              </a:rPr>
              <a:t>SUBJECT</a:t>
            </a:r>
            <a:endParaRPr sz="1200">
              <a:solidFill>
                <a:schemeClr val="bg1"/>
              </a:solidFill>
              <a:latin typeface="Geist Light"/>
              <a:ea typeface="Geist Light"/>
              <a:cs typeface="Geist Light"/>
              <a:sym typeface="Geist Light"/>
            </a:endParaRPr>
          </a:p>
        </p:txBody>
      </p:sp>
      <p:sp>
        <p:nvSpPr>
          <p:cNvPr id="18" name="Google Shape;135;p7">
            <a:extLst>
              <a:ext uri="{FF2B5EF4-FFF2-40B4-BE49-F238E27FC236}">
                <a16:creationId xmlns:a16="http://schemas.microsoft.com/office/drawing/2014/main" id="{F057AD4A-CF77-2D92-BE96-9F984B27E049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4</a:t>
            </a:fld>
            <a:endParaRPr lang="fr" sz="1000">
              <a:solidFill>
                <a:schemeClr val="bg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9" name="Google Shape;151;p7">
            <a:extLst>
              <a:ext uri="{FF2B5EF4-FFF2-40B4-BE49-F238E27FC236}">
                <a16:creationId xmlns:a16="http://schemas.microsoft.com/office/drawing/2014/main" id="{BDDF99C5-D04E-CB4E-7245-EBFB5492F155}"/>
              </a:ext>
            </a:extLst>
          </p:cNvPr>
          <p:cNvSpPr/>
          <p:nvPr/>
        </p:nvSpPr>
        <p:spPr>
          <a:xfrm>
            <a:off x="4231711" y="665674"/>
            <a:ext cx="753155" cy="653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fr" sz="3200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 Light"/>
              </a:rPr>
              <a:t>01</a:t>
            </a:r>
            <a:endParaRPr sz="3200">
              <a:solidFill>
                <a:schemeClr val="bg1"/>
              </a:solidFill>
              <a:latin typeface="Ufficio 300" pitchFamily="2" charset="0"/>
              <a:ea typeface="Geist"/>
              <a:cs typeface="Geist"/>
              <a:sym typeface="Geist Light"/>
            </a:endParaRPr>
          </a:p>
        </p:txBody>
      </p:sp>
      <p:sp>
        <p:nvSpPr>
          <p:cNvPr id="20" name="Google Shape;31;p3">
            <a:extLst>
              <a:ext uri="{FF2B5EF4-FFF2-40B4-BE49-F238E27FC236}">
                <a16:creationId xmlns:a16="http://schemas.microsoft.com/office/drawing/2014/main" id="{C463A046-BC58-3818-4099-BB474BA40885}"/>
              </a:ext>
            </a:extLst>
          </p:cNvPr>
          <p:cNvSpPr/>
          <p:nvPr/>
        </p:nvSpPr>
        <p:spPr>
          <a:xfrm>
            <a:off x="7638708" y="3039854"/>
            <a:ext cx="281520" cy="238935"/>
          </a:xfrm>
          <a:prstGeom prst="rect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fr" sz="1200">
                <a:solidFill>
                  <a:schemeClr val="bg1"/>
                </a:solidFill>
                <a:latin typeface="Geist Light"/>
                <a:ea typeface="Geist Light"/>
                <a:cs typeface="Geist Light"/>
                <a:sym typeface="Geist Light"/>
              </a:rPr>
              <a:t>xx’</a:t>
            </a:r>
            <a:endParaRPr sz="1200">
              <a:solidFill>
                <a:schemeClr val="bg1"/>
              </a:solidFill>
              <a:latin typeface="Geist Light"/>
              <a:ea typeface="Geist Light"/>
              <a:cs typeface="Geist Light"/>
              <a:sym typeface="Geist Light"/>
            </a:endParaRPr>
          </a:p>
        </p:txBody>
      </p:sp>
      <p:sp>
        <p:nvSpPr>
          <p:cNvPr id="11" name="Google Shape;36;p4">
            <a:extLst>
              <a:ext uri="{FF2B5EF4-FFF2-40B4-BE49-F238E27FC236}">
                <a16:creationId xmlns:a16="http://schemas.microsoft.com/office/drawing/2014/main" id="{77A83467-E8F1-1512-F0C9-74B180B2FDF1}"/>
              </a:ext>
            </a:extLst>
          </p:cNvPr>
          <p:cNvSpPr txBox="1"/>
          <p:nvPr/>
        </p:nvSpPr>
        <p:spPr>
          <a:xfrm>
            <a:off x="1579032" y="1146555"/>
            <a:ext cx="6057350" cy="238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err="1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Chapter</a:t>
            </a:r>
            <a:r>
              <a:rPr lang="fr-FR" sz="1200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title</a:t>
            </a:r>
            <a:r>
              <a:rPr lang="fr" sz="1200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as </a:t>
            </a:r>
            <a:r>
              <a:rPr lang="fr" sz="1200" err="1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written</a:t>
            </a:r>
            <a:r>
              <a:rPr lang="fr" sz="1200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in the </a:t>
            </a:r>
            <a:r>
              <a:rPr lang="fr" sz="1200" err="1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summary</a:t>
            </a:r>
            <a:endParaRPr sz="1200">
              <a:solidFill>
                <a:schemeClr val="bg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</p:spTree>
    <p:extLst>
      <p:ext uri="{BB962C8B-B14F-4D97-AF65-F5344CB8AC3E}">
        <p14:creationId xmlns:p14="http://schemas.microsoft.com/office/powerpoint/2010/main" val="3674148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58000" b="-58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D29B67-0D75-12D3-D35E-B33BE2F59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EEC903-271A-7786-E39E-76F787430A0B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bg1"/>
              </a:gs>
              <a:gs pos="0">
                <a:srgbClr val="121214">
                  <a:alpha val="39588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D759182D-2068-2972-821D-3812B192B5DB}"/>
              </a:ext>
            </a:extLst>
          </p:cNvPr>
          <p:cNvCxnSpPr/>
          <p:nvPr/>
        </p:nvCxnSpPr>
        <p:spPr>
          <a:xfrm>
            <a:off x="1579032" y="-7200"/>
            <a:ext cx="0" cy="515520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68FC1FDF-D9A7-D9C8-ABE1-1C5EAED69FAD}"/>
              </a:ext>
            </a:extLst>
          </p:cNvPr>
          <p:cNvCxnSpPr/>
          <p:nvPr/>
        </p:nvCxnSpPr>
        <p:spPr>
          <a:xfrm>
            <a:off x="7637544" y="-7200"/>
            <a:ext cx="0" cy="515520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8E6EACFA-E8F8-8ECB-68EC-48A44481C300}"/>
              </a:ext>
            </a:extLst>
          </p:cNvPr>
          <p:cNvCxnSpPr>
            <a:cxnSpLocks/>
          </p:cNvCxnSpPr>
          <p:nvPr/>
        </p:nvCxnSpPr>
        <p:spPr>
          <a:xfrm flipV="1">
            <a:off x="0" y="1895184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CE0B784F-355B-5E3D-6CDA-7F0302B12DD8}"/>
              </a:ext>
            </a:extLst>
          </p:cNvPr>
          <p:cNvCxnSpPr>
            <a:cxnSpLocks/>
          </p:cNvCxnSpPr>
          <p:nvPr/>
        </p:nvCxnSpPr>
        <p:spPr>
          <a:xfrm flipV="1">
            <a:off x="0" y="3281904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que 12">
            <a:extLst>
              <a:ext uri="{FF2B5EF4-FFF2-40B4-BE49-F238E27FC236}">
                <a16:creationId xmlns:a16="http://schemas.microsoft.com/office/drawing/2014/main" id="{90623CF8-D8A5-D601-74AD-B9211B466B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3600" y="4762800"/>
            <a:ext cx="1058400" cy="199572"/>
          </a:xfrm>
          <a:prstGeom prst="rect">
            <a:avLst/>
          </a:prstGeom>
        </p:spPr>
      </p:pic>
      <p:pic>
        <p:nvPicPr>
          <p:cNvPr id="15" name="Graphique 14">
            <a:extLst>
              <a:ext uri="{FF2B5EF4-FFF2-40B4-BE49-F238E27FC236}">
                <a16:creationId xmlns:a16="http://schemas.microsoft.com/office/drawing/2014/main" id="{45D3514E-5E30-4E54-9098-CF4BD0815A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94800" y="198000"/>
            <a:ext cx="198000" cy="198000"/>
          </a:xfrm>
          <a:prstGeom prst="rect">
            <a:avLst/>
          </a:prstGeom>
        </p:spPr>
      </p:pic>
      <p:sp>
        <p:nvSpPr>
          <p:cNvPr id="17" name="Google Shape;36;p4">
            <a:extLst>
              <a:ext uri="{FF2B5EF4-FFF2-40B4-BE49-F238E27FC236}">
                <a16:creationId xmlns:a16="http://schemas.microsoft.com/office/drawing/2014/main" id="{465C33F3-56AB-FE0C-75DE-C5F079874C52}"/>
              </a:ext>
            </a:extLst>
          </p:cNvPr>
          <p:cNvSpPr txBox="1"/>
          <p:nvPr/>
        </p:nvSpPr>
        <p:spPr>
          <a:xfrm>
            <a:off x="1649506" y="1895183"/>
            <a:ext cx="5915462" cy="1378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5000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K</a:t>
            </a:r>
            <a:r>
              <a:rPr lang="fr" sz="5000" err="1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ey</a:t>
            </a:r>
            <a:r>
              <a:rPr lang="fr" sz="5000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 short question in </a:t>
            </a:r>
            <a:r>
              <a:rPr lang="fr" sz="5000" err="1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two</a:t>
            </a:r>
            <a:r>
              <a:rPr lang="fr" sz="5000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 </a:t>
            </a:r>
            <a:r>
              <a:rPr lang="fr" sz="5000" err="1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lines</a:t>
            </a:r>
            <a:r>
              <a:rPr lang="fr" sz="5000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 max.</a:t>
            </a:r>
            <a:endParaRPr sz="5000">
              <a:solidFill>
                <a:schemeClr val="bg1"/>
              </a:solidFill>
              <a:latin typeface="Ufficio 300" pitchFamily="2" charset="0"/>
              <a:ea typeface="Geist"/>
              <a:cs typeface="Geist"/>
              <a:sym typeface="Geist"/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786D294A-3397-E677-D11C-976F0A388311}"/>
              </a:ext>
            </a:extLst>
          </p:cNvPr>
          <p:cNvCxnSpPr/>
          <p:nvPr/>
        </p:nvCxnSpPr>
        <p:spPr>
          <a:xfrm>
            <a:off x="180000" y="-7200"/>
            <a:ext cx="0" cy="515520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28C7AFC4-198F-78D0-4919-E87F9E204879}"/>
              </a:ext>
            </a:extLst>
          </p:cNvPr>
          <p:cNvCxnSpPr/>
          <p:nvPr/>
        </p:nvCxnSpPr>
        <p:spPr>
          <a:xfrm>
            <a:off x="9000000" y="-7200"/>
            <a:ext cx="0" cy="515520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82D05403-FFD6-395F-611E-CF61B09D6A68}"/>
              </a:ext>
            </a:extLst>
          </p:cNvPr>
          <p:cNvCxnSpPr>
            <a:cxnSpLocks/>
          </p:cNvCxnSpPr>
          <p:nvPr/>
        </p:nvCxnSpPr>
        <p:spPr>
          <a:xfrm flipV="1">
            <a:off x="0" y="19440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EF7CDDD0-9A45-688C-632F-FE8BBEEF82E2}"/>
              </a:ext>
            </a:extLst>
          </p:cNvPr>
          <p:cNvCxnSpPr>
            <a:cxnSpLocks/>
          </p:cNvCxnSpPr>
          <p:nvPr/>
        </p:nvCxnSpPr>
        <p:spPr>
          <a:xfrm flipV="1">
            <a:off x="0" y="496440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Google Shape;31;p3">
            <a:extLst>
              <a:ext uri="{FF2B5EF4-FFF2-40B4-BE49-F238E27FC236}">
                <a16:creationId xmlns:a16="http://schemas.microsoft.com/office/drawing/2014/main" id="{03E11C16-F3AC-6ED8-075F-4273E7696A2C}"/>
              </a:ext>
            </a:extLst>
          </p:cNvPr>
          <p:cNvSpPr/>
          <p:nvPr/>
        </p:nvSpPr>
        <p:spPr>
          <a:xfrm>
            <a:off x="770969" y="1897855"/>
            <a:ext cx="808063" cy="238935"/>
          </a:xfrm>
          <a:prstGeom prst="rect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fr" sz="1200">
                <a:solidFill>
                  <a:schemeClr val="bg1"/>
                </a:solidFill>
                <a:latin typeface="Geist Light"/>
                <a:ea typeface="Geist Light"/>
                <a:cs typeface="Geist Light"/>
                <a:sym typeface="Geist Light"/>
              </a:rPr>
              <a:t>SUBJECT</a:t>
            </a:r>
            <a:endParaRPr sz="1200">
              <a:solidFill>
                <a:schemeClr val="bg1"/>
              </a:solidFill>
              <a:latin typeface="Geist Light"/>
              <a:ea typeface="Geist Light"/>
              <a:cs typeface="Geist Light"/>
              <a:sym typeface="Geist Light"/>
            </a:endParaRPr>
          </a:p>
        </p:txBody>
      </p:sp>
      <p:sp>
        <p:nvSpPr>
          <p:cNvPr id="19" name="Google Shape;151;p7">
            <a:extLst>
              <a:ext uri="{FF2B5EF4-FFF2-40B4-BE49-F238E27FC236}">
                <a16:creationId xmlns:a16="http://schemas.microsoft.com/office/drawing/2014/main" id="{E7315760-D429-4E20-094A-FC267C23E745}"/>
              </a:ext>
            </a:extLst>
          </p:cNvPr>
          <p:cNvSpPr/>
          <p:nvPr/>
        </p:nvSpPr>
        <p:spPr>
          <a:xfrm>
            <a:off x="4231711" y="665674"/>
            <a:ext cx="753155" cy="653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fr" sz="3200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 Light"/>
              </a:rPr>
              <a:t>02</a:t>
            </a:r>
            <a:endParaRPr sz="3200">
              <a:solidFill>
                <a:schemeClr val="bg1"/>
              </a:solidFill>
              <a:latin typeface="Ufficio 300" pitchFamily="2" charset="0"/>
              <a:ea typeface="Geist"/>
              <a:cs typeface="Geist"/>
              <a:sym typeface="Geist Light"/>
            </a:endParaRPr>
          </a:p>
        </p:txBody>
      </p:sp>
      <p:sp>
        <p:nvSpPr>
          <p:cNvPr id="20" name="Google Shape;31;p3">
            <a:extLst>
              <a:ext uri="{FF2B5EF4-FFF2-40B4-BE49-F238E27FC236}">
                <a16:creationId xmlns:a16="http://schemas.microsoft.com/office/drawing/2014/main" id="{C6DF844A-3236-8F31-FF1E-5669FE68974C}"/>
              </a:ext>
            </a:extLst>
          </p:cNvPr>
          <p:cNvSpPr/>
          <p:nvPr/>
        </p:nvSpPr>
        <p:spPr>
          <a:xfrm>
            <a:off x="7638708" y="3039854"/>
            <a:ext cx="281520" cy="238935"/>
          </a:xfrm>
          <a:prstGeom prst="rect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fr" sz="1200">
                <a:solidFill>
                  <a:schemeClr val="bg1"/>
                </a:solidFill>
                <a:latin typeface="Geist Light"/>
                <a:ea typeface="Geist Light"/>
                <a:cs typeface="Geist Light"/>
                <a:sym typeface="Geist Light"/>
              </a:rPr>
              <a:t>xx’</a:t>
            </a:r>
            <a:endParaRPr sz="1200">
              <a:solidFill>
                <a:schemeClr val="bg1"/>
              </a:solidFill>
              <a:latin typeface="Geist Light"/>
              <a:ea typeface="Geist Light"/>
              <a:cs typeface="Geist Light"/>
              <a:sym typeface="Geist Light"/>
            </a:endParaRPr>
          </a:p>
        </p:txBody>
      </p:sp>
      <p:sp>
        <p:nvSpPr>
          <p:cNvPr id="12" name="Google Shape;36;p4">
            <a:extLst>
              <a:ext uri="{FF2B5EF4-FFF2-40B4-BE49-F238E27FC236}">
                <a16:creationId xmlns:a16="http://schemas.microsoft.com/office/drawing/2014/main" id="{94E37E95-D7C6-CBD2-F558-5E622FFDFA7F}"/>
              </a:ext>
            </a:extLst>
          </p:cNvPr>
          <p:cNvSpPr txBox="1"/>
          <p:nvPr/>
        </p:nvSpPr>
        <p:spPr>
          <a:xfrm>
            <a:off x="1579032" y="1146555"/>
            <a:ext cx="6057350" cy="238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err="1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Chapter</a:t>
            </a:r>
            <a:r>
              <a:rPr lang="fr-FR" sz="1200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title</a:t>
            </a:r>
            <a:r>
              <a:rPr lang="fr" sz="1200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as </a:t>
            </a:r>
            <a:r>
              <a:rPr lang="fr" sz="1200" err="1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written</a:t>
            </a:r>
            <a:r>
              <a:rPr lang="fr" sz="1200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in the </a:t>
            </a:r>
            <a:r>
              <a:rPr lang="fr" sz="1200" err="1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summary</a:t>
            </a:r>
            <a:endParaRPr sz="1200">
              <a:solidFill>
                <a:schemeClr val="bg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14" name="Google Shape;135;p7">
            <a:extLst>
              <a:ext uri="{FF2B5EF4-FFF2-40B4-BE49-F238E27FC236}">
                <a16:creationId xmlns:a16="http://schemas.microsoft.com/office/drawing/2014/main" id="{AB554C88-47D9-A946-2986-2D2E66027A6D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5</a:t>
            </a:fld>
            <a:endParaRPr lang="fr" sz="1000">
              <a:solidFill>
                <a:schemeClr val="bg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219519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F87E7A-DB31-AC8A-50B3-D4EBABF9B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5F482B-6AF8-A0D4-6CB2-09A52B4C1969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bg1"/>
              </a:gs>
              <a:gs pos="0">
                <a:srgbClr val="121214">
                  <a:alpha val="39588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852EB4E1-54BE-4E97-C70B-678154C176D1}"/>
              </a:ext>
            </a:extLst>
          </p:cNvPr>
          <p:cNvCxnSpPr/>
          <p:nvPr/>
        </p:nvCxnSpPr>
        <p:spPr>
          <a:xfrm>
            <a:off x="1579032" y="-7200"/>
            <a:ext cx="0" cy="515520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FD01E877-0CF8-6821-ED70-BB391F313DCD}"/>
              </a:ext>
            </a:extLst>
          </p:cNvPr>
          <p:cNvCxnSpPr/>
          <p:nvPr/>
        </p:nvCxnSpPr>
        <p:spPr>
          <a:xfrm>
            <a:off x="7637544" y="-7200"/>
            <a:ext cx="0" cy="515520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B735EF1D-FC91-B9CF-832B-9B49DD527FC6}"/>
              </a:ext>
            </a:extLst>
          </p:cNvPr>
          <p:cNvCxnSpPr>
            <a:cxnSpLocks/>
          </p:cNvCxnSpPr>
          <p:nvPr/>
        </p:nvCxnSpPr>
        <p:spPr>
          <a:xfrm flipV="1">
            <a:off x="0" y="1895184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B4F37CF7-00E2-50E9-17B0-F4164CD02F22}"/>
              </a:ext>
            </a:extLst>
          </p:cNvPr>
          <p:cNvCxnSpPr>
            <a:cxnSpLocks/>
          </p:cNvCxnSpPr>
          <p:nvPr/>
        </p:nvCxnSpPr>
        <p:spPr>
          <a:xfrm flipV="1">
            <a:off x="0" y="3281904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que 12">
            <a:extLst>
              <a:ext uri="{FF2B5EF4-FFF2-40B4-BE49-F238E27FC236}">
                <a16:creationId xmlns:a16="http://schemas.microsoft.com/office/drawing/2014/main" id="{520EA7E2-B608-3D50-F785-278E6AE189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3600" y="4762800"/>
            <a:ext cx="1058400" cy="199572"/>
          </a:xfrm>
          <a:prstGeom prst="rect">
            <a:avLst/>
          </a:prstGeom>
        </p:spPr>
      </p:pic>
      <p:pic>
        <p:nvPicPr>
          <p:cNvPr id="15" name="Graphique 14">
            <a:extLst>
              <a:ext uri="{FF2B5EF4-FFF2-40B4-BE49-F238E27FC236}">
                <a16:creationId xmlns:a16="http://schemas.microsoft.com/office/drawing/2014/main" id="{4A8E823B-CC5C-E820-8C84-9D97106D62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94800" y="198000"/>
            <a:ext cx="198000" cy="198000"/>
          </a:xfrm>
          <a:prstGeom prst="rect">
            <a:avLst/>
          </a:prstGeom>
        </p:spPr>
      </p:pic>
      <p:sp>
        <p:nvSpPr>
          <p:cNvPr id="17" name="Google Shape;36;p4">
            <a:extLst>
              <a:ext uri="{FF2B5EF4-FFF2-40B4-BE49-F238E27FC236}">
                <a16:creationId xmlns:a16="http://schemas.microsoft.com/office/drawing/2014/main" id="{70815D7E-170E-0085-3754-A1C4AFD10F85}"/>
              </a:ext>
            </a:extLst>
          </p:cNvPr>
          <p:cNvSpPr txBox="1"/>
          <p:nvPr/>
        </p:nvSpPr>
        <p:spPr>
          <a:xfrm>
            <a:off x="1649506" y="1895183"/>
            <a:ext cx="5915462" cy="1378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5000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K</a:t>
            </a:r>
            <a:r>
              <a:rPr lang="fr" sz="5000" err="1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ey</a:t>
            </a:r>
            <a:r>
              <a:rPr lang="fr" sz="5000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 short question in </a:t>
            </a:r>
            <a:r>
              <a:rPr lang="fr" sz="5000" err="1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two</a:t>
            </a:r>
            <a:r>
              <a:rPr lang="fr" sz="5000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 </a:t>
            </a:r>
            <a:r>
              <a:rPr lang="fr" sz="5000" err="1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lines</a:t>
            </a:r>
            <a:r>
              <a:rPr lang="fr" sz="5000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 max.</a:t>
            </a:r>
            <a:endParaRPr sz="5000">
              <a:solidFill>
                <a:schemeClr val="bg1"/>
              </a:solidFill>
              <a:latin typeface="Ufficio 300" pitchFamily="2" charset="0"/>
              <a:ea typeface="Geist"/>
              <a:cs typeface="Geist"/>
              <a:sym typeface="Geist"/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E62E206E-81C7-398D-737C-1EA14A0B6BFB}"/>
              </a:ext>
            </a:extLst>
          </p:cNvPr>
          <p:cNvCxnSpPr/>
          <p:nvPr/>
        </p:nvCxnSpPr>
        <p:spPr>
          <a:xfrm>
            <a:off x="180000" y="-7200"/>
            <a:ext cx="0" cy="515520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7DE2FA18-455A-06AD-1127-6EF2AC4AA234}"/>
              </a:ext>
            </a:extLst>
          </p:cNvPr>
          <p:cNvCxnSpPr/>
          <p:nvPr/>
        </p:nvCxnSpPr>
        <p:spPr>
          <a:xfrm>
            <a:off x="9000000" y="-7200"/>
            <a:ext cx="0" cy="515520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37FDD3A0-F8BA-96B5-0EE4-F0AA5C14F2DB}"/>
              </a:ext>
            </a:extLst>
          </p:cNvPr>
          <p:cNvCxnSpPr>
            <a:cxnSpLocks/>
          </p:cNvCxnSpPr>
          <p:nvPr/>
        </p:nvCxnSpPr>
        <p:spPr>
          <a:xfrm flipV="1">
            <a:off x="0" y="19440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19F1E1AD-24F8-5ED2-36A2-6747FC0239E0}"/>
              </a:ext>
            </a:extLst>
          </p:cNvPr>
          <p:cNvCxnSpPr>
            <a:cxnSpLocks/>
          </p:cNvCxnSpPr>
          <p:nvPr/>
        </p:nvCxnSpPr>
        <p:spPr>
          <a:xfrm flipV="1">
            <a:off x="0" y="496440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Google Shape;31;p3">
            <a:extLst>
              <a:ext uri="{FF2B5EF4-FFF2-40B4-BE49-F238E27FC236}">
                <a16:creationId xmlns:a16="http://schemas.microsoft.com/office/drawing/2014/main" id="{3CCB1B63-F4E9-03DF-425D-8D765E9D66BD}"/>
              </a:ext>
            </a:extLst>
          </p:cNvPr>
          <p:cNvSpPr/>
          <p:nvPr/>
        </p:nvSpPr>
        <p:spPr>
          <a:xfrm>
            <a:off x="770969" y="1897855"/>
            <a:ext cx="808063" cy="238935"/>
          </a:xfrm>
          <a:prstGeom prst="rect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fr" sz="1200">
                <a:solidFill>
                  <a:schemeClr val="bg1"/>
                </a:solidFill>
                <a:latin typeface="Geist Light"/>
                <a:ea typeface="Geist Light"/>
                <a:cs typeface="Geist Light"/>
                <a:sym typeface="Geist Light"/>
              </a:rPr>
              <a:t>SUBJECT</a:t>
            </a:r>
            <a:endParaRPr sz="1200">
              <a:solidFill>
                <a:schemeClr val="bg1"/>
              </a:solidFill>
              <a:latin typeface="Geist Light"/>
              <a:ea typeface="Geist Light"/>
              <a:cs typeface="Geist Light"/>
              <a:sym typeface="Geist Light"/>
            </a:endParaRPr>
          </a:p>
        </p:txBody>
      </p:sp>
      <p:sp>
        <p:nvSpPr>
          <p:cNvPr id="19" name="Google Shape;151;p7">
            <a:extLst>
              <a:ext uri="{FF2B5EF4-FFF2-40B4-BE49-F238E27FC236}">
                <a16:creationId xmlns:a16="http://schemas.microsoft.com/office/drawing/2014/main" id="{EEDD00E4-58C9-FF0B-247F-74E64D0617E8}"/>
              </a:ext>
            </a:extLst>
          </p:cNvPr>
          <p:cNvSpPr/>
          <p:nvPr/>
        </p:nvSpPr>
        <p:spPr>
          <a:xfrm>
            <a:off x="4231711" y="665674"/>
            <a:ext cx="753155" cy="653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fr" sz="3200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 Light"/>
              </a:rPr>
              <a:t>03</a:t>
            </a:r>
            <a:endParaRPr sz="3200">
              <a:solidFill>
                <a:schemeClr val="bg1"/>
              </a:solidFill>
              <a:latin typeface="Ufficio 300" pitchFamily="2" charset="0"/>
              <a:ea typeface="Geist"/>
              <a:cs typeface="Geist"/>
              <a:sym typeface="Geist Light"/>
            </a:endParaRPr>
          </a:p>
        </p:txBody>
      </p:sp>
      <p:sp>
        <p:nvSpPr>
          <p:cNvPr id="20" name="Google Shape;31;p3">
            <a:extLst>
              <a:ext uri="{FF2B5EF4-FFF2-40B4-BE49-F238E27FC236}">
                <a16:creationId xmlns:a16="http://schemas.microsoft.com/office/drawing/2014/main" id="{E3C1F298-DCB7-9936-C83B-CE6C4533FC00}"/>
              </a:ext>
            </a:extLst>
          </p:cNvPr>
          <p:cNvSpPr/>
          <p:nvPr/>
        </p:nvSpPr>
        <p:spPr>
          <a:xfrm>
            <a:off x="7638708" y="3039854"/>
            <a:ext cx="281520" cy="238935"/>
          </a:xfrm>
          <a:prstGeom prst="rect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fr" sz="1200">
                <a:solidFill>
                  <a:schemeClr val="bg1"/>
                </a:solidFill>
                <a:latin typeface="Geist Light"/>
                <a:ea typeface="Geist Light"/>
                <a:cs typeface="Geist Light"/>
                <a:sym typeface="Geist Light"/>
              </a:rPr>
              <a:t>xx’</a:t>
            </a:r>
            <a:endParaRPr sz="1200">
              <a:solidFill>
                <a:schemeClr val="bg1"/>
              </a:solidFill>
              <a:latin typeface="Geist Light"/>
              <a:ea typeface="Geist Light"/>
              <a:cs typeface="Geist Light"/>
              <a:sym typeface="Geist Light"/>
            </a:endParaRPr>
          </a:p>
        </p:txBody>
      </p:sp>
      <p:sp>
        <p:nvSpPr>
          <p:cNvPr id="12" name="Google Shape;36;p4">
            <a:extLst>
              <a:ext uri="{FF2B5EF4-FFF2-40B4-BE49-F238E27FC236}">
                <a16:creationId xmlns:a16="http://schemas.microsoft.com/office/drawing/2014/main" id="{4547AA06-D59A-0B30-7A56-6CCDE9CFA18D}"/>
              </a:ext>
            </a:extLst>
          </p:cNvPr>
          <p:cNvSpPr txBox="1"/>
          <p:nvPr/>
        </p:nvSpPr>
        <p:spPr>
          <a:xfrm>
            <a:off x="1579032" y="1146555"/>
            <a:ext cx="6057350" cy="238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err="1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Chapter</a:t>
            </a:r>
            <a:r>
              <a:rPr lang="fr-FR" sz="1200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title</a:t>
            </a:r>
            <a:r>
              <a:rPr lang="fr" sz="1200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as </a:t>
            </a:r>
            <a:r>
              <a:rPr lang="fr" sz="1200" err="1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written</a:t>
            </a:r>
            <a:r>
              <a:rPr lang="fr" sz="1200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in the </a:t>
            </a:r>
            <a:r>
              <a:rPr lang="fr" sz="1200" err="1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summary</a:t>
            </a:r>
            <a:endParaRPr sz="1200">
              <a:solidFill>
                <a:schemeClr val="bg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11" name="Google Shape;135;p7">
            <a:extLst>
              <a:ext uri="{FF2B5EF4-FFF2-40B4-BE49-F238E27FC236}">
                <a16:creationId xmlns:a16="http://schemas.microsoft.com/office/drawing/2014/main" id="{DC5E2266-1C73-EC42-8777-830D122DA3C3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6</a:t>
            </a:fld>
            <a:endParaRPr lang="fr" sz="1000">
              <a:solidFill>
                <a:schemeClr val="bg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14469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7F8E3B-1538-FB97-5E14-685E3517A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BB4C4A3-0DD7-3B8B-1A02-778ADEF427E3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bg1"/>
              </a:gs>
              <a:gs pos="0">
                <a:srgbClr val="121214">
                  <a:alpha val="39588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97C0995C-0A36-CB86-7A00-579486736124}"/>
              </a:ext>
            </a:extLst>
          </p:cNvPr>
          <p:cNvCxnSpPr/>
          <p:nvPr/>
        </p:nvCxnSpPr>
        <p:spPr>
          <a:xfrm>
            <a:off x="1579032" y="-7200"/>
            <a:ext cx="0" cy="515520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0B884B83-6375-A362-7ECE-10B1DAEF9595}"/>
              </a:ext>
            </a:extLst>
          </p:cNvPr>
          <p:cNvCxnSpPr/>
          <p:nvPr/>
        </p:nvCxnSpPr>
        <p:spPr>
          <a:xfrm>
            <a:off x="7637544" y="-7200"/>
            <a:ext cx="0" cy="515520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81972FC9-A098-0A86-B511-30474C31588B}"/>
              </a:ext>
            </a:extLst>
          </p:cNvPr>
          <p:cNvCxnSpPr>
            <a:cxnSpLocks/>
          </p:cNvCxnSpPr>
          <p:nvPr/>
        </p:nvCxnSpPr>
        <p:spPr>
          <a:xfrm flipV="1">
            <a:off x="0" y="1895184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0F937E7E-6EC7-AE43-D9C3-408B46A2E4E8}"/>
              </a:ext>
            </a:extLst>
          </p:cNvPr>
          <p:cNvCxnSpPr>
            <a:cxnSpLocks/>
          </p:cNvCxnSpPr>
          <p:nvPr/>
        </p:nvCxnSpPr>
        <p:spPr>
          <a:xfrm flipV="1">
            <a:off x="0" y="3281904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que 12">
            <a:extLst>
              <a:ext uri="{FF2B5EF4-FFF2-40B4-BE49-F238E27FC236}">
                <a16:creationId xmlns:a16="http://schemas.microsoft.com/office/drawing/2014/main" id="{8AF2AAFA-F398-4FF6-88A0-1A25E298C6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3600" y="4762800"/>
            <a:ext cx="1058400" cy="199572"/>
          </a:xfrm>
          <a:prstGeom prst="rect">
            <a:avLst/>
          </a:prstGeom>
        </p:spPr>
      </p:pic>
      <p:pic>
        <p:nvPicPr>
          <p:cNvPr id="15" name="Graphique 14">
            <a:extLst>
              <a:ext uri="{FF2B5EF4-FFF2-40B4-BE49-F238E27FC236}">
                <a16:creationId xmlns:a16="http://schemas.microsoft.com/office/drawing/2014/main" id="{F88571A0-4AEC-40A8-804B-2F82147D9C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94800" y="198000"/>
            <a:ext cx="198000" cy="198000"/>
          </a:xfrm>
          <a:prstGeom prst="rect">
            <a:avLst/>
          </a:prstGeom>
        </p:spPr>
      </p:pic>
      <p:sp>
        <p:nvSpPr>
          <p:cNvPr id="17" name="Google Shape;36;p4">
            <a:extLst>
              <a:ext uri="{FF2B5EF4-FFF2-40B4-BE49-F238E27FC236}">
                <a16:creationId xmlns:a16="http://schemas.microsoft.com/office/drawing/2014/main" id="{FAD3FD8E-5D5C-DC06-B01F-BD4BBC98230D}"/>
              </a:ext>
            </a:extLst>
          </p:cNvPr>
          <p:cNvSpPr txBox="1"/>
          <p:nvPr/>
        </p:nvSpPr>
        <p:spPr>
          <a:xfrm>
            <a:off x="1649506" y="1895183"/>
            <a:ext cx="5915462" cy="1378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5000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K</a:t>
            </a:r>
            <a:r>
              <a:rPr lang="fr" sz="5000" err="1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ey</a:t>
            </a:r>
            <a:r>
              <a:rPr lang="fr" sz="5000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 short question in </a:t>
            </a:r>
            <a:r>
              <a:rPr lang="fr" sz="5000" err="1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two</a:t>
            </a:r>
            <a:r>
              <a:rPr lang="fr" sz="5000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 </a:t>
            </a:r>
            <a:r>
              <a:rPr lang="fr" sz="5000" err="1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lines</a:t>
            </a:r>
            <a:r>
              <a:rPr lang="fr" sz="5000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 max.</a:t>
            </a:r>
            <a:endParaRPr sz="5000">
              <a:solidFill>
                <a:schemeClr val="bg1"/>
              </a:solidFill>
              <a:latin typeface="Ufficio 300" pitchFamily="2" charset="0"/>
              <a:ea typeface="Geist"/>
              <a:cs typeface="Geist"/>
              <a:sym typeface="Geist"/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7C463B1D-5739-385C-D180-4E8B50DC67B6}"/>
              </a:ext>
            </a:extLst>
          </p:cNvPr>
          <p:cNvCxnSpPr/>
          <p:nvPr/>
        </p:nvCxnSpPr>
        <p:spPr>
          <a:xfrm>
            <a:off x="180000" y="-7200"/>
            <a:ext cx="0" cy="515520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53792981-83E3-987D-D182-0DC946789C38}"/>
              </a:ext>
            </a:extLst>
          </p:cNvPr>
          <p:cNvCxnSpPr/>
          <p:nvPr/>
        </p:nvCxnSpPr>
        <p:spPr>
          <a:xfrm>
            <a:off x="9000000" y="-7200"/>
            <a:ext cx="0" cy="515520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4DF5E6B0-EC58-6211-BF0E-53DDD10F03E7}"/>
              </a:ext>
            </a:extLst>
          </p:cNvPr>
          <p:cNvCxnSpPr>
            <a:cxnSpLocks/>
          </p:cNvCxnSpPr>
          <p:nvPr/>
        </p:nvCxnSpPr>
        <p:spPr>
          <a:xfrm flipV="1">
            <a:off x="0" y="19440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617BF075-ED0A-C20D-074D-7DB169333A17}"/>
              </a:ext>
            </a:extLst>
          </p:cNvPr>
          <p:cNvCxnSpPr>
            <a:cxnSpLocks/>
          </p:cNvCxnSpPr>
          <p:nvPr/>
        </p:nvCxnSpPr>
        <p:spPr>
          <a:xfrm flipV="1">
            <a:off x="0" y="496440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Google Shape;31;p3">
            <a:extLst>
              <a:ext uri="{FF2B5EF4-FFF2-40B4-BE49-F238E27FC236}">
                <a16:creationId xmlns:a16="http://schemas.microsoft.com/office/drawing/2014/main" id="{BEB22F08-C6D5-9713-3D0E-CCF658A5DDD4}"/>
              </a:ext>
            </a:extLst>
          </p:cNvPr>
          <p:cNvSpPr/>
          <p:nvPr/>
        </p:nvSpPr>
        <p:spPr>
          <a:xfrm>
            <a:off x="770969" y="1897855"/>
            <a:ext cx="808063" cy="238935"/>
          </a:xfrm>
          <a:prstGeom prst="rect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fr" sz="1200">
                <a:solidFill>
                  <a:schemeClr val="bg1"/>
                </a:solidFill>
                <a:latin typeface="Geist Light"/>
                <a:ea typeface="Geist Light"/>
                <a:cs typeface="Geist Light"/>
                <a:sym typeface="Geist Light"/>
              </a:rPr>
              <a:t>SUBJECT</a:t>
            </a:r>
            <a:endParaRPr sz="1200">
              <a:solidFill>
                <a:schemeClr val="bg1"/>
              </a:solidFill>
              <a:latin typeface="Geist Light"/>
              <a:ea typeface="Geist Light"/>
              <a:cs typeface="Geist Light"/>
              <a:sym typeface="Geist Light"/>
            </a:endParaRPr>
          </a:p>
        </p:txBody>
      </p:sp>
      <p:sp>
        <p:nvSpPr>
          <p:cNvPr id="19" name="Google Shape;151;p7">
            <a:extLst>
              <a:ext uri="{FF2B5EF4-FFF2-40B4-BE49-F238E27FC236}">
                <a16:creationId xmlns:a16="http://schemas.microsoft.com/office/drawing/2014/main" id="{70729E42-106E-D7F7-9E40-8403910A7727}"/>
              </a:ext>
            </a:extLst>
          </p:cNvPr>
          <p:cNvSpPr/>
          <p:nvPr/>
        </p:nvSpPr>
        <p:spPr>
          <a:xfrm>
            <a:off x="4231711" y="665674"/>
            <a:ext cx="753155" cy="653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fr" sz="3200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 Light"/>
              </a:rPr>
              <a:t>04</a:t>
            </a:r>
            <a:endParaRPr sz="3200">
              <a:solidFill>
                <a:schemeClr val="bg1"/>
              </a:solidFill>
              <a:latin typeface="Ufficio 300" pitchFamily="2" charset="0"/>
              <a:ea typeface="Geist"/>
              <a:cs typeface="Geist"/>
              <a:sym typeface="Geist Light"/>
            </a:endParaRPr>
          </a:p>
        </p:txBody>
      </p:sp>
      <p:sp>
        <p:nvSpPr>
          <p:cNvPr id="20" name="Google Shape;31;p3">
            <a:extLst>
              <a:ext uri="{FF2B5EF4-FFF2-40B4-BE49-F238E27FC236}">
                <a16:creationId xmlns:a16="http://schemas.microsoft.com/office/drawing/2014/main" id="{57DC8A9E-37E8-683E-4490-333D54A41AC2}"/>
              </a:ext>
            </a:extLst>
          </p:cNvPr>
          <p:cNvSpPr/>
          <p:nvPr/>
        </p:nvSpPr>
        <p:spPr>
          <a:xfrm>
            <a:off x="7638708" y="3039854"/>
            <a:ext cx="281520" cy="238935"/>
          </a:xfrm>
          <a:prstGeom prst="rect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fr" sz="1200">
                <a:solidFill>
                  <a:schemeClr val="bg1"/>
                </a:solidFill>
                <a:latin typeface="Geist Light"/>
                <a:ea typeface="Geist Light"/>
                <a:cs typeface="Geist Light"/>
                <a:sym typeface="Geist Light"/>
              </a:rPr>
              <a:t>xx’</a:t>
            </a:r>
            <a:endParaRPr sz="1200">
              <a:solidFill>
                <a:schemeClr val="bg1"/>
              </a:solidFill>
              <a:latin typeface="Geist Light"/>
              <a:ea typeface="Geist Light"/>
              <a:cs typeface="Geist Light"/>
              <a:sym typeface="Geist Light"/>
            </a:endParaRPr>
          </a:p>
        </p:txBody>
      </p:sp>
      <p:sp>
        <p:nvSpPr>
          <p:cNvPr id="12" name="Google Shape;36;p4">
            <a:extLst>
              <a:ext uri="{FF2B5EF4-FFF2-40B4-BE49-F238E27FC236}">
                <a16:creationId xmlns:a16="http://schemas.microsoft.com/office/drawing/2014/main" id="{DD73A844-CCC3-F7F1-28D7-33EF9B5FF859}"/>
              </a:ext>
            </a:extLst>
          </p:cNvPr>
          <p:cNvSpPr txBox="1"/>
          <p:nvPr/>
        </p:nvSpPr>
        <p:spPr>
          <a:xfrm>
            <a:off x="1579032" y="1146555"/>
            <a:ext cx="6057350" cy="238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err="1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Chapter</a:t>
            </a:r>
            <a:r>
              <a:rPr lang="fr-FR" sz="1200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title</a:t>
            </a:r>
            <a:r>
              <a:rPr lang="fr" sz="1200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as </a:t>
            </a:r>
            <a:r>
              <a:rPr lang="fr" sz="1200" err="1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written</a:t>
            </a:r>
            <a:r>
              <a:rPr lang="fr" sz="1200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in the </a:t>
            </a:r>
            <a:r>
              <a:rPr lang="fr" sz="1200" err="1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summary</a:t>
            </a:r>
            <a:endParaRPr sz="1200">
              <a:solidFill>
                <a:schemeClr val="bg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14" name="Google Shape;135;p7">
            <a:extLst>
              <a:ext uri="{FF2B5EF4-FFF2-40B4-BE49-F238E27FC236}">
                <a16:creationId xmlns:a16="http://schemas.microsoft.com/office/drawing/2014/main" id="{85F30D4F-618E-EFC9-9EA7-DEC37DC177F8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7</a:t>
            </a:fld>
            <a:endParaRPr lang="fr" sz="1000">
              <a:solidFill>
                <a:schemeClr val="bg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0881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60401C-5071-55D0-F1B5-7241B787A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827F89-3B92-7D9C-1EFE-2E125429AC50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bg1"/>
              </a:gs>
              <a:gs pos="0">
                <a:srgbClr val="121214">
                  <a:alpha val="39588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DC94BE37-26B7-3FEF-F869-C852BAFC3D9C}"/>
              </a:ext>
            </a:extLst>
          </p:cNvPr>
          <p:cNvCxnSpPr/>
          <p:nvPr/>
        </p:nvCxnSpPr>
        <p:spPr>
          <a:xfrm>
            <a:off x="1579032" y="-7200"/>
            <a:ext cx="0" cy="515520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DEA82BBB-3694-E41B-C80A-5D16FB9D448D}"/>
              </a:ext>
            </a:extLst>
          </p:cNvPr>
          <p:cNvCxnSpPr/>
          <p:nvPr/>
        </p:nvCxnSpPr>
        <p:spPr>
          <a:xfrm>
            <a:off x="7637544" y="-7200"/>
            <a:ext cx="0" cy="515520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BD250CD4-AD1C-E02D-33CC-D73648703E09}"/>
              </a:ext>
            </a:extLst>
          </p:cNvPr>
          <p:cNvCxnSpPr>
            <a:cxnSpLocks/>
          </p:cNvCxnSpPr>
          <p:nvPr/>
        </p:nvCxnSpPr>
        <p:spPr>
          <a:xfrm flipV="1">
            <a:off x="0" y="1895184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6D6E7498-D5CA-B064-21E0-0D4C95A92BFD}"/>
              </a:ext>
            </a:extLst>
          </p:cNvPr>
          <p:cNvCxnSpPr>
            <a:cxnSpLocks/>
          </p:cNvCxnSpPr>
          <p:nvPr/>
        </p:nvCxnSpPr>
        <p:spPr>
          <a:xfrm flipV="1">
            <a:off x="0" y="3281904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que 12">
            <a:extLst>
              <a:ext uri="{FF2B5EF4-FFF2-40B4-BE49-F238E27FC236}">
                <a16:creationId xmlns:a16="http://schemas.microsoft.com/office/drawing/2014/main" id="{17495749-3E8D-4646-6C02-2D1007624B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3600" y="4762800"/>
            <a:ext cx="1058400" cy="199572"/>
          </a:xfrm>
          <a:prstGeom prst="rect">
            <a:avLst/>
          </a:prstGeom>
        </p:spPr>
      </p:pic>
      <p:pic>
        <p:nvPicPr>
          <p:cNvPr id="15" name="Graphique 14">
            <a:extLst>
              <a:ext uri="{FF2B5EF4-FFF2-40B4-BE49-F238E27FC236}">
                <a16:creationId xmlns:a16="http://schemas.microsoft.com/office/drawing/2014/main" id="{6BAE9211-6F7C-9109-DB77-96AAE08EF8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94800" y="198000"/>
            <a:ext cx="198000" cy="198000"/>
          </a:xfrm>
          <a:prstGeom prst="rect">
            <a:avLst/>
          </a:prstGeom>
        </p:spPr>
      </p:pic>
      <p:sp>
        <p:nvSpPr>
          <p:cNvPr id="17" name="Google Shape;36;p4">
            <a:extLst>
              <a:ext uri="{FF2B5EF4-FFF2-40B4-BE49-F238E27FC236}">
                <a16:creationId xmlns:a16="http://schemas.microsoft.com/office/drawing/2014/main" id="{AE3B063A-47FF-8165-9708-09A46C1242B6}"/>
              </a:ext>
            </a:extLst>
          </p:cNvPr>
          <p:cNvSpPr txBox="1"/>
          <p:nvPr/>
        </p:nvSpPr>
        <p:spPr>
          <a:xfrm>
            <a:off x="1649506" y="1895183"/>
            <a:ext cx="5915462" cy="1378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5000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K</a:t>
            </a:r>
            <a:r>
              <a:rPr lang="fr" sz="5000" err="1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ey</a:t>
            </a:r>
            <a:r>
              <a:rPr lang="fr" sz="5000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 short question in </a:t>
            </a:r>
            <a:r>
              <a:rPr lang="fr" sz="5000" err="1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two</a:t>
            </a:r>
            <a:r>
              <a:rPr lang="fr" sz="5000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 </a:t>
            </a:r>
            <a:r>
              <a:rPr lang="fr" sz="5000" err="1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lines</a:t>
            </a:r>
            <a:r>
              <a:rPr lang="fr" sz="5000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 max.</a:t>
            </a:r>
            <a:endParaRPr sz="5000">
              <a:solidFill>
                <a:schemeClr val="bg1"/>
              </a:solidFill>
              <a:latin typeface="Ufficio 300" pitchFamily="2" charset="0"/>
              <a:ea typeface="Geist"/>
              <a:cs typeface="Geist"/>
              <a:sym typeface="Geist"/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5B4E83B1-0E90-16E3-E744-967F3FF16C69}"/>
              </a:ext>
            </a:extLst>
          </p:cNvPr>
          <p:cNvCxnSpPr/>
          <p:nvPr/>
        </p:nvCxnSpPr>
        <p:spPr>
          <a:xfrm>
            <a:off x="180000" y="-7200"/>
            <a:ext cx="0" cy="515520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9A05E5B0-3643-6B92-F24A-1DCC6B95CD65}"/>
              </a:ext>
            </a:extLst>
          </p:cNvPr>
          <p:cNvCxnSpPr/>
          <p:nvPr/>
        </p:nvCxnSpPr>
        <p:spPr>
          <a:xfrm>
            <a:off x="9000000" y="-7200"/>
            <a:ext cx="0" cy="515520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D409AB7F-1E03-8E6B-D7C4-658DBB69AC14}"/>
              </a:ext>
            </a:extLst>
          </p:cNvPr>
          <p:cNvCxnSpPr>
            <a:cxnSpLocks/>
          </p:cNvCxnSpPr>
          <p:nvPr/>
        </p:nvCxnSpPr>
        <p:spPr>
          <a:xfrm flipV="1">
            <a:off x="0" y="19440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7D114E90-B2A2-EB06-DC16-882D62C531F5}"/>
              </a:ext>
            </a:extLst>
          </p:cNvPr>
          <p:cNvCxnSpPr>
            <a:cxnSpLocks/>
          </p:cNvCxnSpPr>
          <p:nvPr/>
        </p:nvCxnSpPr>
        <p:spPr>
          <a:xfrm flipV="1">
            <a:off x="0" y="496440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Google Shape;31;p3">
            <a:extLst>
              <a:ext uri="{FF2B5EF4-FFF2-40B4-BE49-F238E27FC236}">
                <a16:creationId xmlns:a16="http://schemas.microsoft.com/office/drawing/2014/main" id="{BD2C1CD3-1843-6E5C-643B-64547F78421D}"/>
              </a:ext>
            </a:extLst>
          </p:cNvPr>
          <p:cNvSpPr/>
          <p:nvPr/>
        </p:nvSpPr>
        <p:spPr>
          <a:xfrm>
            <a:off x="770969" y="1897855"/>
            <a:ext cx="808063" cy="238935"/>
          </a:xfrm>
          <a:prstGeom prst="rect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fr" sz="1200">
                <a:solidFill>
                  <a:schemeClr val="bg1"/>
                </a:solidFill>
                <a:latin typeface="Geist Light"/>
                <a:ea typeface="Geist Light"/>
                <a:cs typeface="Geist Light"/>
                <a:sym typeface="Geist Light"/>
              </a:rPr>
              <a:t>SUBJECT</a:t>
            </a:r>
            <a:endParaRPr sz="1200">
              <a:solidFill>
                <a:schemeClr val="bg1"/>
              </a:solidFill>
              <a:latin typeface="Geist Light"/>
              <a:ea typeface="Geist Light"/>
              <a:cs typeface="Geist Light"/>
              <a:sym typeface="Geist Light"/>
            </a:endParaRPr>
          </a:p>
        </p:txBody>
      </p:sp>
      <p:sp>
        <p:nvSpPr>
          <p:cNvPr id="19" name="Google Shape;151;p7">
            <a:extLst>
              <a:ext uri="{FF2B5EF4-FFF2-40B4-BE49-F238E27FC236}">
                <a16:creationId xmlns:a16="http://schemas.microsoft.com/office/drawing/2014/main" id="{36A76BB9-D80B-8F78-9B4F-4FF73FF70723}"/>
              </a:ext>
            </a:extLst>
          </p:cNvPr>
          <p:cNvSpPr/>
          <p:nvPr/>
        </p:nvSpPr>
        <p:spPr>
          <a:xfrm>
            <a:off x="4231711" y="665674"/>
            <a:ext cx="753155" cy="653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fr" sz="3200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 Light"/>
              </a:rPr>
              <a:t>05</a:t>
            </a:r>
            <a:endParaRPr sz="3200">
              <a:solidFill>
                <a:schemeClr val="bg1"/>
              </a:solidFill>
              <a:latin typeface="Ufficio 300" pitchFamily="2" charset="0"/>
              <a:ea typeface="Geist"/>
              <a:cs typeface="Geist"/>
              <a:sym typeface="Geist Light"/>
            </a:endParaRPr>
          </a:p>
        </p:txBody>
      </p:sp>
      <p:sp>
        <p:nvSpPr>
          <p:cNvPr id="20" name="Google Shape;31;p3">
            <a:extLst>
              <a:ext uri="{FF2B5EF4-FFF2-40B4-BE49-F238E27FC236}">
                <a16:creationId xmlns:a16="http://schemas.microsoft.com/office/drawing/2014/main" id="{91240E85-219A-E205-389F-58F62FE9242A}"/>
              </a:ext>
            </a:extLst>
          </p:cNvPr>
          <p:cNvSpPr/>
          <p:nvPr/>
        </p:nvSpPr>
        <p:spPr>
          <a:xfrm>
            <a:off x="7638708" y="3039854"/>
            <a:ext cx="281520" cy="238935"/>
          </a:xfrm>
          <a:prstGeom prst="rect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fr" sz="1200">
                <a:solidFill>
                  <a:schemeClr val="bg1"/>
                </a:solidFill>
                <a:latin typeface="Geist Light"/>
                <a:ea typeface="Geist Light"/>
                <a:cs typeface="Geist Light"/>
                <a:sym typeface="Geist Light"/>
              </a:rPr>
              <a:t>xx’</a:t>
            </a:r>
            <a:endParaRPr sz="1200">
              <a:solidFill>
                <a:schemeClr val="bg1"/>
              </a:solidFill>
              <a:latin typeface="Geist Light"/>
              <a:ea typeface="Geist Light"/>
              <a:cs typeface="Geist Light"/>
              <a:sym typeface="Geist Light"/>
            </a:endParaRPr>
          </a:p>
        </p:txBody>
      </p:sp>
      <p:sp>
        <p:nvSpPr>
          <p:cNvPr id="12" name="Google Shape;36;p4">
            <a:extLst>
              <a:ext uri="{FF2B5EF4-FFF2-40B4-BE49-F238E27FC236}">
                <a16:creationId xmlns:a16="http://schemas.microsoft.com/office/drawing/2014/main" id="{E3B7FC75-427A-6A34-D4B7-5A56A9C6BA38}"/>
              </a:ext>
            </a:extLst>
          </p:cNvPr>
          <p:cNvSpPr txBox="1"/>
          <p:nvPr/>
        </p:nvSpPr>
        <p:spPr>
          <a:xfrm>
            <a:off x="1579032" y="1146555"/>
            <a:ext cx="6057350" cy="238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err="1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Chapter</a:t>
            </a:r>
            <a:r>
              <a:rPr lang="fr-FR" sz="1200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title</a:t>
            </a:r>
            <a:r>
              <a:rPr lang="fr" sz="1200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as </a:t>
            </a:r>
            <a:r>
              <a:rPr lang="fr" sz="1200" err="1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written</a:t>
            </a:r>
            <a:r>
              <a:rPr lang="fr" sz="1200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in the </a:t>
            </a:r>
            <a:r>
              <a:rPr lang="fr" sz="1200" err="1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summary</a:t>
            </a:r>
            <a:endParaRPr sz="1200">
              <a:solidFill>
                <a:schemeClr val="bg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14" name="Google Shape;135;p7">
            <a:extLst>
              <a:ext uri="{FF2B5EF4-FFF2-40B4-BE49-F238E27FC236}">
                <a16:creationId xmlns:a16="http://schemas.microsoft.com/office/drawing/2014/main" id="{5F8C7E3F-865A-CFB7-BE24-4D38B6725FB7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8</a:t>
            </a:fld>
            <a:endParaRPr lang="fr" sz="1000">
              <a:solidFill>
                <a:schemeClr val="bg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045229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CA6CF1-5CB2-26E0-4F2E-5A7E6A43F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F312CA88-9F8B-ACBC-5717-8DD5D66EAED1}"/>
              </a:ext>
            </a:extLst>
          </p:cNvPr>
          <p:cNvCxnSpPr/>
          <p:nvPr/>
        </p:nvCxnSpPr>
        <p:spPr>
          <a:xfrm>
            <a:off x="1579032" y="-7200"/>
            <a:ext cx="0" cy="515520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C3BE3CCB-3879-1DC3-58BE-88D07CA1AEF4}"/>
              </a:ext>
            </a:extLst>
          </p:cNvPr>
          <p:cNvCxnSpPr/>
          <p:nvPr/>
        </p:nvCxnSpPr>
        <p:spPr>
          <a:xfrm>
            <a:off x="7637544" y="-7200"/>
            <a:ext cx="0" cy="515520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354613A6-09E9-8BC8-09E9-2EA41B3C1BF7}"/>
              </a:ext>
            </a:extLst>
          </p:cNvPr>
          <p:cNvCxnSpPr>
            <a:cxnSpLocks/>
          </p:cNvCxnSpPr>
          <p:nvPr/>
        </p:nvCxnSpPr>
        <p:spPr>
          <a:xfrm flipV="1">
            <a:off x="0" y="1895184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E84E3E82-6B44-B65A-8C25-1C46ABDA7274}"/>
              </a:ext>
            </a:extLst>
          </p:cNvPr>
          <p:cNvCxnSpPr>
            <a:cxnSpLocks/>
          </p:cNvCxnSpPr>
          <p:nvPr/>
        </p:nvCxnSpPr>
        <p:spPr>
          <a:xfrm flipV="1">
            <a:off x="0" y="3281904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que 12">
            <a:extLst>
              <a:ext uri="{FF2B5EF4-FFF2-40B4-BE49-F238E27FC236}">
                <a16:creationId xmlns:a16="http://schemas.microsoft.com/office/drawing/2014/main" id="{B62B169D-ABC7-1712-F494-20684DAF6E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3600" y="4762800"/>
            <a:ext cx="1058400" cy="199572"/>
          </a:xfrm>
          <a:prstGeom prst="rect">
            <a:avLst/>
          </a:prstGeom>
        </p:spPr>
      </p:pic>
      <p:pic>
        <p:nvPicPr>
          <p:cNvPr id="15" name="Graphique 14">
            <a:extLst>
              <a:ext uri="{FF2B5EF4-FFF2-40B4-BE49-F238E27FC236}">
                <a16:creationId xmlns:a16="http://schemas.microsoft.com/office/drawing/2014/main" id="{A1FCC76D-95A0-6E71-C5D9-AD17275629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94800" y="198000"/>
            <a:ext cx="198000" cy="198000"/>
          </a:xfrm>
          <a:prstGeom prst="rect">
            <a:avLst/>
          </a:prstGeom>
        </p:spPr>
      </p:pic>
      <p:sp>
        <p:nvSpPr>
          <p:cNvPr id="17" name="Google Shape;36;p4">
            <a:extLst>
              <a:ext uri="{FF2B5EF4-FFF2-40B4-BE49-F238E27FC236}">
                <a16:creationId xmlns:a16="http://schemas.microsoft.com/office/drawing/2014/main" id="{224FBD76-1585-B390-E74F-38945FC78B7C}"/>
              </a:ext>
            </a:extLst>
          </p:cNvPr>
          <p:cNvSpPr txBox="1"/>
          <p:nvPr/>
        </p:nvSpPr>
        <p:spPr>
          <a:xfrm>
            <a:off x="1649506" y="1895183"/>
            <a:ext cx="5915462" cy="1378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5000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K</a:t>
            </a:r>
            <a:r>
              <a:rPr lang="fr" sz="5000" err="1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ey</a:t>
            </a:r>
            <a:r>
              <a:rPr lang="fr" sz="5000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 short question in </a:t>
            </a:r>
            <a:r>
              <a:rPr lang="fr" sz="5000" err="1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two</a:t>
            </a:r>
            <a:r>
              <a:rPr lang="fr" sz="5000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 </a:t>
            </a:r>
            <a:r>
              <a:rPr lang="fr" sz="5000" err="1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lines</a:t>
            </a:r>
            <a:r>
              <a:rPr lang="fr" sz="5000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 max.</a:t>
            </a:r>
            <a:endParaRPr sz="5000">
              <a:solidFill>
                <a:schemeClr val="bg1"/>
              </a:solidFill>
              <a:latin typeface="Ufficio 300" pitchFamily="2" charset="0"/>
              <a:ea typeface="Geist"/>
              <a:cs typeface="Geist"/>
              <a:sym typeface="Geist"/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B5AA0D92-6A0F-A263-D752-064283C11A9C}"/>
              </a:ext>
            </a:extLst>
          </p:cNvPr>
          <p:cNvCxnSpPr/>
          <p:nvPr/>
        </p:nvCxnSpPr>
        <p:spPr>
          <a:xfrm>
            <a:off x="180000" y="-7200"/>
            <a:ext cx="0" cy="515520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A1B91568-F1BC-0828-5D8C-01C6A8608A47}"/>
              </a:ext>
            </a:extLst>
          </p:cNvPr>
          <p:cNvCxnSpPr/>
          <p:nvPr/>
        </p:nvCxnSpPr>
        <p:spPr>
          <a:xfrm>
            <a:off x="9000000" y="-7200"/>
            <a:ext cx="0" cy="515520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0D9032CD-E55E-CEAF-BB57-ED43B32E061A}"/>
              </a:ext>
            </a:extLst>
          </p:cNvPr>
          <p:cNvCxnSpPr>
            <a:cxnSpLocks/>
          </p:cNvCxnSpPr>
          <p:nvPr/>
        </p:nvCxnSpPr>
        <p:spPr>
          <a:xfrm flipV="1">
            <a:off x="0" y="19440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201CC173-6AC7-32EB-1379-14CD560BF8F5}"/>
              </a:ext>
            </a:extLst>
          </p:cNvPr>
          <p:cNvCxnSpPr>
            <a:cxnSpLocks/>
          </p:cNvCxnSpPr>
          <p:nvPr/>
        </p:nvCxnSpPr>
        <p:spPr>
          <a:xfrm flipV="1">
            <a:off x="0" y="496440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Google Shape;31;p3">
            <a:extLst>
              <a:ext uri="{FF2B5EF4-FFF2-40B4-BE49-F238E27FC236}">
                <a16:creationId xmlns:a16="http://schemas.microsoft.com/office/drawing/2014/main" id="{925664DD-2A6E-532C-A698-EA811C1C850C}"/>
              </a:ext>
            </a:extLst>
          </p:cNvPr>
          <p:cNvSpPr/>
          <p:nvPr/>
        </p:nvSpPr>
        <p:spPr>
          <a:xfrm>
            <a:off x="770969" y="1897855"/>
            <a:ext cx="808063" cy="238935"/>
          </a:xfrm>
          <a:prstGeom prst="rect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fr" sz="1200">
                <a:solidFill>
                  <a:schemeClr val="bg1"/>
                </a:solidFill>
                <a:latin typeface="Geist Light"/>
                <a:ea typeface="Geist Light"/>
                <a:cs typeface="Geist Light"/>
                <a:sym typeface="Geist Light"/>
              </a:rPr>
              <a:t>SUBJECT</a:t>
            </a:r>
            <a:endParaRPr sz="1200">
              <a:solidFill>
                <a:schemeClr val="bg1"/>
              </a:solidFill>
              <a:latin typeface="Geist Light"/>
              <a:ea typeface="Geist Light"/>
              <a:cs typeface="Geist Light"/>
              <a:sym typeface="Geist Light"/>
            </a:endParaRPr>
          </a:p>
        </p:txBody>
      </p:sp>
      <p:sp>
        <p:nvSpPr>
          <p:cNvPr id="19" name="Google Shape;151;p7">
            <a:extLst>
              <a:ext uri="{FF2B5EF4-FFF2-40B4-BE49-F238E27FC236}">
                <a16:creationId xmlns:a16="http://schemas.microsoft.com/office/drawing/2014/main" id="{4C7F25DF-0A72-4F0E-0BC5-0717341EE7C7}"/>
              </a:ext>
            </a:extLst>
          </p:cNvPr>
          <p:cNvSpPr/>
          <p:nvPr/>
        </p:nvSpPr>
        <p:spPr>
          <a:xfrm>
            <a:off x="4231711" y="665674"/>
            <a:ext cx="753155" cy="653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fr" sz="3200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 Light"/>
              </a:rPr>
              <a:t>XX</a:t>
            </a:r>
            <a:endParaRPr sz="3200">
              <a:solidFill>
                <a:schemeClr val="bg1"/>
              </a:solidFill>
              <a:latin typeface="Ufficio 300" pitchFamily="2" charset="0"/>
              <a:ea typeface="Geist"/>
              <a:cs typeface="Geist"/>
              <a:sym typeface="Geist Light"/>
            </a:endParaRPr>
          </a:p>
        </p:txBody>
      </p:sp>
      <p:sp>
        <p:nvSpPr>
          <p:cNvPr id="20" name="Google Shape;31;p3">
            <a:extLst>
              <a:ext uri="{FF2B5EF4-FFF2-40B4-BE49-F238E27FC236}">
                <a16:creationId xmlns:a16="http://schemas.microsoft.com/office/drawing/2014/main" id="{6D4426ED-0460-BFBF-AC37-297BD41DB1E3}"/>
              </a:ext>
            </a:extLst>
          </p:cNvPr>
          <p:cNvSpPr/>
          <p:nvPr/>
        </p:nvSpPr>
        <p:spPr>
          <a:xfrm>
            <a:off x="7638708" y="3039854"/>
            <a:ext cx="281520" cy="238935"/>
          </a:xfrm>
          <a:prstGeom prst="rect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fr" sz="1200">
                <a:solidFill>
                  <a:schemeClr val="bg1"/>
                </a:solidFill>
                <a:latin typeface="Geist Light"/>
                <a:ea typeface="Geist Light"/>
                <a:cs typeface="Geist Light"/>
                <a:sym typeface="Geist Light"/>
              </a:rPr>
              <a:t>xx’</a:t>
            </a:r>
            <a:endParaRPr sz="1200">
              <a:solidFill>
                <a:schemeClr val="bg1"/>
              </a:solidFill>
              <a:latin typeface="Geist Light"/>
              <a:ea typeface="Geist Light"/>
              <a:cs typeface="Geist Light"/>
              <a:sym typeface="Geist Light"/>
            </a:endParaRPr>
          </a:p>
        </p:txBody>
      </p:sp>
      <p:sp>
        <p:nvSpPr>
          <p:cNvPr id="12" name="Google Shape;36;p4">
            <a:extLst>
              <a:ext uri="{FF2B5EF4-FFF2-40B4-BE49-F238E27FC236}">
                <a16:creationId xmlns:a16="http://schemas.microsoft.com/office/drawing/2014/main" id="{CF4EAA92-F850-2C2A-F2FB-38B89DA91771}"/>
              </a:ext>
            </a:extLst>
          </p:cNvPr>
          <p:cNvSpPr txBox="1"/>
          <p:nvPr/>
        </p:nvSpPr>
        <p:spPr>
          <a:xfrm>
            <a:off x="1579032" y="1146555"/>
            <a:ext cx="6057350" cy="238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err="1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Chapter</a:t>
            </a:r>
            <a:r>
              <a:rPr lang="fr-FR" sz="1200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title</a:t>
            </a:r>
            <a:r>
              <a:rPr lang="fr" sz="1200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as </a:t>
            </a:r>
            <a:r>
              <a:rPr lang="fr" sz="1200" err="1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written</a:t>
            </a:r>
            <a:r>
              <a:rPr lang="fr" sz="1200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in the </a:t>
            </a:r>
            <a:r>
              <a:rPr lang="fr" sz="1200" err="1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summary</a:t>
            </a:r>
            <a:endParaRPr sz="1200">
              <a:solidFill>
                <a:schemeClr val="bg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11" name="Google Shape;135;p7">
            <a:extLst>
              <a:ext uri="{FF2B5EF4-FFF2-40B4-BE49-F238E27FC236}">
                <a16:creationId xmlns:a16="http://schemas.microsoft.com/office/drawing/2014/main" id="{33BECF63-3095-EB9B-B7D4-10C252A94873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9</a:t>
            </a:fld>
            <a:endParaRPr lang="fr" sz="1000">
              <a:solidFill>
                <a:schemeClr val="bg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296277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8"/>
          <p:cNvGrpSpPr/>
          <p:nvPr/>
        </p:nvGrpSpPr>
        <p:grpSpPr>
          <a:xfrm>
            <a:off x="0" y="-5550"/>
            <a:ext cx="9144000" cy="5154600"/>
            <a:chOff x="0" y="-5550"/>
            <a:chExt cx="9144000" cy="5154600"/>
          </a:xfrm>
        </p:grpSpPr>
        <p:cxnSp>
          <p:nvCxnSpPr>
            <p:cNvPr id="164" name="Google Shape;164;p8"/>
            <p:cNvCxnSpPr/>
            <p:nvPr/>
          </p:nvCxnSpPr>
          <p:spPr>
            <a:xfrm rot="10800000">
              <a:off x="0" y="1880544"/>
              <a:ext cx="9144000" cy="0"/>
            </a:xfrm>
            <a:prstGeom prst="straightConnector1">
              <a:avLst/>
            </a:prstGeom>
            <a:noFill/>
            <a:ln w="6350" cap="flat" cmpd="sng">
              <a:solidFill>
                <a:srgbClr val="FF2A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6" name="Google Shape;166;p8"/>
            <p:cNvCxnSpPr/>
            <p:nvPr/>
          </p:nvCxnSpPr>
          <p:spPr>
            <a:xfrm>
              <a:off x="7530000" y="-5550"/>
              <a:ext cx="0" cy="5154600"/>
            </a:xfrm>
            <a:prstGeom prst="straightConnector1">
              <a:avLst/>
            </a:prstGeom>
            <a:noFill/>
            <a:ln w="6350" cap="flat" cmpd="sng">
              <a:solidFill>
                <a:srgbClr val="FF2A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7" name="Google Shape;167;p8"/>
            <p:cNvCxnSpPr/>
            <p:nvPr/>
          </p:nvCxnSpPr>
          <p:spPr>
            <a:xfrm rot="10800000">
              <a:off x="0" y="3081084"/>
              <a:ext cx="9144000" cy="0"/>
            </a:xfrm>
            <a:prstGeom prst="straightConnector1">
              <a:avLst/>
            </a:prstGeom>
            <a:noFill/>
            <a:ln w="6350" cap="flat" cmpd="sng">
              <a:solidFill>
                <a:srgbClr val="FF2A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70" name="Google Shape;170;p8"/>
          <p:cNvSpPr/>
          <p:nvPr/>
        </p:nvSpPr>
        <p:spPr>
          <a:xfrm>
            <a:off x="180000" y="195488"/>
            <a:ext cx="919523" cy="301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Geist Light"/>
                <a:ea typeface="Geist Light"/>
                <a:cs typeface="Geist Light"/>
                <a:sym typeface="Geist Light"/>
              </a:rPr>
              <a:t>SUBJECT</a:t>
            </a:r>
            <a:endParaRPr>
              <a:latin typeface="Geist Light"/>
              <a:ea typeface="Geist Light"/>
              <a:cs typeface="Geist Light"/>
              <a:sym typeface="Geist Light"/>
            </a:endParaRPr>
          </a:p>
        </p:txBody>
      </p:sp>
      <p:sp>
        <p:nvSpPr>
          <p:cNvPr id="157" name="Google Shape;157;p8"/>
          <p:cNvSpPr txBox="1"/>
          <p:nvPr/>
        </p:nvSpPr>
        <p:spPr>
          <a:xfrm>
            <a:off x="330739" y="1956940"/>
            <a:ext cx="5744299" cy="11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Title of the </a:t>
            </a:r>
            <a:r>
              <a:rPr lang="fr" sz="4000" err="1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subsection</a:t>
            </a:r>
            <a:r>
              <a:rPr lang="fr" sz="40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 of chapter 1</a:t>
            </a:r>
            <a:endParaRPr sz="4000">
              <a:solidFill>
                <a:schemeClr val="dk1"/>
              </a:solidFill>
              <a:latin typeface="Ufficio 300" pitchFamily="2" charset="0"/>
              <a:ea typeface="Geist"/>
              <a:cs typeface="Geist"/>
              <a:sym typeface="Geist"/>
            </a:endParaRPr>
          </a:p>
        </p:txBody>
      </p:sp>
      <p:sp>
        <p:nvSpPr>
          <p:cNvPr id="3" name="Google Shape;135;p7">
            <a:extLst>
              <a:ext uri="{FF2B5EF4-FFF2-40B4-BE49-F238E27FC236}">
                <a16:creationId xmlns:a16="http://schemas.microsoft.com/office/drawing/2014/main" id="{0A421AC0-3E30-D435-3BCC-11762642C740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tx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10</a:t>
            </a:fld>
            <a:endParaRPr lang="fr" sz="1000">
              <a:solidFill>
                <a:schemeClr val="tx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4">
          <a:extLst>
            <a:ext uri="{FF2B5EF4-FFF2-40B4-BE49-F238E27FC236}">
              <a16:creationId xmlns:a16="http://schemas.microsoft.com/office/drawing/2014/main" id="{E9E25C8F-8ADD-EBA2-D151-6A10B8993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">
            <a:extLst>
              <a:ext uri="{FF2B5EF4-FFF2-40B4-BE49-F238E27FC236}">
                <a16:creationId xmlns:a16="http://schemas.microsoft.com/office/drawing/2014/main" id="{1FF58752-A4E9-98AB-7138-B4FD974FFFC2}"/>
              </a:ext>
            </a:extLst>
          </p:cNvPr>
          <p:cNvSpPr txBox="1"/>
          <p:nvPr/>
        </p:nvSpPr>
        <p:spPr>
          <a:xfrm>
            <a:off x="326570" y="1375875"/>
            <a:ext cx="7231419" cy="3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Lorem ipsum dolor sit amet</a:t>
            </a:r>
            <a:br>
              <a:rPr lang="fr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</a:br>
            <a:endParaRPr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  <a:p>
            <a:pPr marL="345600" lvl="0" indent="-204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ist" panose="020B0604020202020204" pitchFamily="34" charset="0"/>
              <a:buChar char="•"/>
            </a:pP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Consectetur adipiscing elit, sed do eiusmod tempor incididunt ut labore et dolore magna aliqua.</a:t>
            </a:r>
            <a:endParaRPr sz="12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  <a:p>
            <a:pPr marL="345600" lvl="0" indent="-204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ist" panose="020B0604020202020204" pitchFamily="34" charset="0"/>
              <a:buChar char="•"/>
            </a:pP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Consectetur adipiscing elit, sed do eiusmod tempor incididunt ut labore et dolore magna aliqua.</a:t>
            </a:r>
            <a:endParaRPr sz="12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  <a:p>
            <a:pPr marL="345600" lvl="0" indent="-204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ist" panose="020B0604020202020204" pitchFamily="34" charset="0"/>
              <a:buChar char="•"/>
            </a:pP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Consectetur adipiscing elit, sed do eiusmod tempor incididunt ut labore et dolore magna aliqua.</a:t>
            </a:r>
            <a:endParaRPr sz="12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</a:br>
            <a:r>
              <a:rPr lang="fr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Lorem ipsum dolor sit amet</a:t>
            </a:r>
            <a:br>
              <a:rPr lang="fr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</a:br>
            <a:endParaRPr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  <a:p>
            <a:pPr marL="345600" lvl="0" indent="-204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ist" panose="020B0604020202020204" pitchFamily="34" charset="0"/>
              <a:buChar char="•"/>
            </a:pP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Consectetur adipiscing elit, sed do eiusmod tempor incididunt ut labore et dolore magna aliqua.</a:t>
            </a:r>
            <a:endParaRPr sz="12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  <a:p>
            <a:pPr marL="345600" lvl="0" indent="-204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ist" panose="020B0604020202020204" pitchFamily="34" charset="0"/>
              <a:buChar char="•"/>
            </a:pP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Consectetur adipiscing elit, sed do eiusmod tempor incididunt ut labore et dolore magna aliqua.</a:t>
            </a:r>
            <a:endParaRPr sz="12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  <a:p>
            <a:pPr marL="345600" lvl="0" indent="-204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ist" panose="020B0604020202020204" pitchFamily="34" charset="0"/>
              <a:buChar char="•"/>
            </a:pP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Consectetur adipiscing elit, sed do eiusmod tempor incididunt ut labore et dolore magna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aliqua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 </a:t>
            </a:r>
            <a:endParaRPr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BE40D66B-42C9-E781-677B-9505C420F722}"/>
              </a:ext>
            </a:extLst>
          </p:cNvPr>
          <p:cNvCxnSpPr>
            <a:cxnSpLocks/>
          </p:cNvCxnSpPr>
          <p:nvPr/>
        </p:nvCxnSpPr>
        <p:spPr>
          <a:xfrm flipV="1">
            <a:off x="0" y="106308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36;p4">
            <a:extLst>
              <a:ext uri="{FF2B5EF4-FFF2-40B4-BE49-F238E27FC236}">
                <a16:creationId xmlns:a16="http://schemas.microsoft.com/office/drawing/2014/main" id="{FC437864-52B6-4669-B47C-A36F0266E025}"/>
              </a:ext>
            </a:extLst>
          </p:cNvPr>
          <p:cNvSpPr txBox="1"/>
          <p:nvPr/>
        </p:nvSpPr>
        <p:spPr>
          <a:xfrm>
            <a:off x="326571" y="289910"/>
            <a:ext cx="606429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noProof="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Title of this slide in one or two lines maximum.</a:t>
            </a:r>
          </a:p>
        </p:txBody>
      </p:sp>
      <p:sp>
        <p:nvSpPr>
          <p:cNvPr id="4" name="Google Shape;135;p7">
            <a:extLst>
              <a:ext uri="{FF2B5EF4-FFF2-40B4-BE49-F238E27FC236}">
                <a16:creationId xmlns:a16="http://schemas.microsoft.com/office/drawing/2014/main" id="{A4A727A8-3484-BCB4-0A91-92803A6F7468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tx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11</a:t>
            </a:fld>
            <a:endParaRPr lang="fr" sz="1000">
              <a:solidFill>
                <a:schemeClr val="tx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65489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E1A553CA-6174-E36E-E9FE-CFB7F632C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">
            <a:extLst>
              <a:ext uri="{FF2B5EF4-FFF2-40B4-BE49-F238E27FC236}">
                <a16:creationId xmlns:a16="http://schemas.microsoft.com/office/drawing/2014/main" id="{4D7883FF-2288-4530-5471-A63D83F4A441}"/>
              </a:ext>
            </a:extLst>
          </p:cNvPr>
          <p:cNvSpPr txBox="1"/>
          <p:nvPr/>
        </p:nvSpPr>
        <p:spPr>
          <a:xfrm>
            <a:off x="326570" y="1375875"/>
            <a:ext cx="7231419" cy="3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Lorem ipsum dolor sit amet</a:t>
            </a:r>
            <a:br>
              <a:rPr lang="fr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</a:br>
            <a:endParaRPr lang="fr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Consectetur adipiscing elit, sed do eiusmod tempor incididunt ut labore et dolore magna aliqua.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Consectetur adipiscing elit, sed do eiusmod tempor incididunt ut labore et dolore magna aliqua.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Consectetur adipiscing elit, sed do eiusmod tempor incididunt ut labore et dolore magna aliqua.</a:t>
            </a:r>
            <a:endParaRPr sz="12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</a:br>
            <a:r>
              <a:rPr lang="fr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Lorem ipsum dolor sit amet</a:t>
            </a:r>
            <a:br>
              <a:rPr lang="fr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</a:br>
            <a:endParaRPr lang="fr-FR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Consectetur</a:t>
            </a:r>
            <a:r>
              <a:rPr lang="fr-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-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adipiscing</a:t>
            </a:r>
            <a:r>
              <a:rPr lang="fr-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-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elit</a:t>
            </a:r>
            <a:r>
              <a:rPr lang="fr-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, </a:t>
            </a:r>
            <a:r>
              <a:rPr lang="fr-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sed</a:t>
            </a:r>
            <a:r>
              <a:rPr lang="fr-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do </a:t>
            </a:r>
            <a:r>
              <a:rPr lang="fr-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eiusmod</a:t>
            </a:r>
            <a:r>
              <a:rPr lang="fr-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-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tempor</a:t>
            </a:r>
            <a:r>
              <a:rPr lang="fr-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-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incididunt</a:t>
            </a:r>
            <a:r>
              <a:rPr lang="fr-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ut </a:t>
            </a:r>
            <a:r>
              <a:rPr lang="fr-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labore</a:t>
            </a:r>
            <a:r>
              <a:rPr lang="fr-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et </a:t>
            </a:r>
            <a:r>
              <a:rPr lang="fr-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dolore</a:t>
            </a:r>
            <a:r>
              <a:rPr lang="fr-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magna </a:t>
            </a:r>
            <a:r>
              <a:rPr lang="fr-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aliqua</a:t>
            </a:r>
            <a:r>
              <a:rPr lang="fr-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Consectetur</a:t>
            </a:r>
            <a:r>
              <a:rPr lang="fr-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-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adipiscing</a:t>
            </a:r>
            <a:r>
              <a:rPr lang="fr-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-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elit</a:t>
            </a:r>
            <a:r>
              <a:rPr lang="fr-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, </a:t>
            </a:r>
            <a:r>
              <a:rPr lang="fr-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sed</a:t>
            </a:r>
            <a:r>
              <a:rPr lang="fr-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do </a:t>
            </a:r>
            <a:r>
              <a:rPr lang="fr-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eiusmod</a:t>
            </a:r>
            <a:r>
              <a:rPr lang="fr-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-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tempor</a:t>
            </a:r>
            <a:r>
              <a:rPr lang="fr-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-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incididunt</a:t>
            </a:r>
            <a:r>
              <a:rPr lang="fr-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ut </a:t>
            </a:r>
            <a:r>
              <a:rPr lang="fr-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labore</a:t>
            </a:r>
            <a:r>
              <a:rPr lang="fr-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et </a:t>
            </a:r>
            <a:r>
              <a:rPr lang="fr-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dolore</a:t>
            </a:r>
            <a:r>
              <a:rPr lang="fr-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magna </a:t>
            </a:r>
            <a:r>
              <a:rPr lang="fr-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aliqua</a:t>
            </a:r>
            <a:r>
              <a:rPr lang="fr-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Consectetur adipiscing elit, sed do eiusmod tempor incididunt ut labore et dolore magna aliqua.</a:t>
            </a:r>
            <a:endParaRPr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38F6E789-930D-5E24-BF4C-B5F626D37E9F}"/>
              </a:ext>
            </a:extLst>
          </p:cNvPr>
          <p:cNvCxnSpPr>
            <a:cxnSpLocks/>
          </p:cNvCxnSpPr>
          <p:nvPr/>
        </p:nvCxnSpPr>
        <p:spPr>
          <a:xfrm flipV="1">
            <a:off x="0" y="106308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36;p4">
            <a:extLst>
              <a:ext uri="{FF2B5EF4-FFF2-40B4-BE49-F238E27FC236}">
                <a16:creationId xmlns:a16="http://schemas.microsoft.com/office/drawing/2014/main" id="{069153E2-76ED-9E2C-799A-6B86FB372379}"/>
              </a:ext>
            </a:extLst>
          </p:cNvPr>
          <p:cNvSpPr txBox="1"/>
          <p:nvPr/>
        </p:nvSpPr>
        <p:spPr>
          <a:xfrm>
            <a:off x="326571" y="289910"/>
            <a:ext cx="606429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noProof="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Title of this slide in one or two lines maximum.</a:t>
            </a:r>
          </a:p>
        </p:txBody>
      </p:sp>
      <p:sp>
        <p:nvSpPr>
          <p:cNvPr id="4" name="Google Shape;135;p7">
            <a:extLst>
              <a:ext uri="{FF2B5EF4-FFF2-40B4-BE49-F238E27FC236}">
                <a16:creationId xmlns:a16="http://schemas.microsoft.com/office/drawing/2014/main" id="{217AC4EC-4C24-127F-BF80-FB60DA12BCE2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tx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12</a:t>
            </a:fld>
            <a:endParaRPr lang="fr" sz="1000">
              <a:solidFill>
                <a:schemeClr val="tx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03806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"/>
          <p:cNvSpPr txBox="1"/>
          <p:nvPr/>
        </p:nvSpPr>
        <p:spPr>
          <a:xfrm>
            <a:off x="326571" y="1375875"/>
            <a:ext cx="3894920" cy="3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Lorem ipsum dolor sit amet</a:t>
            </a:r>
            <a:br>
              <a:rPr lang="fr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</a:br>
            <a:br>
              <a:rPr lang="fr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</a:b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consectetur adipiscing elit, sed do eiusmod tempor incididunt ut labore et dolore magna aliqua.</a:t>
            </a:r>
            <a:endParaRPr sz="12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quis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nostrud exercitation ullamco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laboris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nisi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ut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aliquip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ex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ea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commodo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consequat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 Duis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aute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irure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dolor in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reprehenderit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in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voluptate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velit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esse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cillum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dolore eu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fugiat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nulla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pariatur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</a:t>
            </a:r>
            <a:endParaRPr sz="12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35E25D1-BE9B-A524-C091-A7B7083D711C}"/>
              </a:ext>
            </a:extLst>
          </p:cNvPr>
          <p:cNvSpPr txBox="1"/>
          <p:nvPr/>
        </p:nvSpPr>
        <p:spPr>
          <a:xfrm>
            <a:off x="179010" y="38705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/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BAA84403-4BCE-7C9F-825C-84F5AC70E63E}"/>
              </a:ext>
            </a:extLst>
          </p:cNvPr>
          <p:cNvCxnSpPr>
            <a:cxnSpLocks/>
          </p:cNvCxnSpPr>
          <p:nvPr/>
        </p:nvCxnSpPr>
        <p:spPr>
          <a:xfrm flipV="1">
            <a:off x="0" y="106308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Google Shape;36;p4">
            <a:extLst>
              <a:ext uri="{FF2B5EF4-FFF2-40B4-BE49-F238E27FC236}">
                <a16:creationId xmlns:a16="http://schemas.microsoft.com/office/drawing/2014/main" id="{7E2958BC-40DB-F9F9-F56C-93DAE415FD84}"/>
              </a:ext>
            </a:extLst>
          </p:cNvPr>
          <p:cNvSpPr txBox="1"/>
          <p:nvPr/>
        </p:nvSpPr>
        <p:spPr>
          <a:xfrm>
            <a:off x="326571" y="289910"/>
            <a:ext cx="4101404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noProof="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Title of this slide in one or two lines maximum.</a:t>
            </a:r>
          </a:p>
        </p:txBody>
      </p:sp>
      <p:cxnSp>
        <p:nvCxnSpPr>
          <p:cNvPr id="11" name="Google Shape;325;p18">
            <a:extLst>
              <a:ext uri="{FF2B5EF4-FFF2-40B4-BE49-F238E27FC236}">
                <a16:creationId xmlns:a16="http://schemas.microsoft.com/office/drawing/2014/main" id="{E952F828-705D-3268-B751-387E9807E623}"/>
              </a:ext>
            </a:extLst>
          </p:cNvPr>
          <p:cNvCxnSpPr/>
          <p:nvPr/>
        </p:nvCxnSpPr>
        <p:spPr>
          <a:xfrm>
            <a:off x="4572000" y="0"/>
            <a:ext cx="0" cy="515460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Google Shape;135;p7">
            <a:extLst>
              <a:ext uri="{FF2B5EF4-FFF2-40B4-BE49-F238E27FC236}">
                <a16:creationId xmlns:a16="http://schemas.microsoft.com/office/drawing/2014/main" id="{CF1E2446-1CA1-96C3-DAED-8D1618E22E4B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13</a:t>
            </a:fld>
            <a:endParaRPr lang="fr" sz="1000">
              <a:solidFill>
                <a:schemeClr val="bg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5" name="Google Shape;325;p18"/>
          <p:cNvCxnSpPr/>
          <p:nvPr/>
        </p:nvCxnSpPr>
        <p:spPr>
          <a:xfrm>
            <a:off x="4572000" y="0"/>
            <a:ext cx="0" cy="51546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1" name="Google Shape;331;p18"/>
          <p:cNvSpPr txBox="1"/>
          <p:nvPr/>
        </p:nvSpPr>
        <p:spPr>
          <a:xfrm>
            <a:off x="4710306" y="1375875"/>
            <a:ext cx="4090209" cy="3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Lorem ipsum dolor sit amet</a:t>
            </a:r>
            <a:br>
              <a:rPr lang="fr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</a:br>
            <a:br>
              <a:rPr lang="fr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</a:b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consectetur adipiscing elit, sed do eiusmod tempor incididunt ut labore et dolore magna aliqua.</a:t>
            </a:r>
            <a:endParaRPr sz="12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quis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nostrud exercitation ullamco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laboris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nisi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ut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aliquip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ex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ea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commodo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consequat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 Duis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aute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irure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dolor in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reprehenderit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in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voluptate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velit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esse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cillum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dolore eu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fugiat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nulla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pariatur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</a:t>
            </a:r>
            <a:endParaRPr sz="12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4" name="Google Shape;36;p4">
            <a:extLst>
              <a:ext uri="{FF2B5EF4-FFF2-40B4-BE49-F238E27FC236}">
                <a16:creationId xmlns:a16="http://schemas.microsoft.com/office/drawing/2014/main" id="{3B329BD5-439B-3C1D-1D3D-08130F458F45}"/>
              </a:ext>
            </a:extLst>
          </p:cNvPr>
          <p:cNvSpPr txBox="1"/>
          <p:nvPr/>
        </p:nvSpPr>
        <p:spPr>
          <a:xfrm>
            <a:off x="4710306" y="289910"/>
            <a:ext cx="4101404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noProof="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Title of this slide in one or two lines maximum.</a:t>
            </a:r>
          </a:p>
        </p:txBody>
      </p:sp>
      <p:sp>
        <p:nvSpPr>
          <p:cNvPr id="5" name="Google Shape;135;p7">
            <a:extLst>
              <a:ext uri="{FF2B5EF4-FFF2-40B4-BE49-F238E27FC236}">
                <a16:creationId xmlns:a16="http://schemas.microsoft.com/office/drawing/2014/main" id="{4B051E63-2889-8FE6-326E-C8F838AED1FC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tx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14</a:t>
            </a:fld>
            <a:endParaRPr lang="fr" sz="1000">
              <a:solidFill>
                <a:schemeClr val="tx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64DD7D3-5FCE-53CD-0FE8-9F9F116461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16220" r="2064"/>
          <a:stretch>
            <a:fillRect/>
          </a:stretch>
        </p:blipFill>
        <p:spPr>
          <a:xfrm>
            <a:off x="182287" y="198000"/>
            <a:ext cx="4385917" cy="4766233"/>
          </a:xfrm>
          <a:prstGeom prst="rect">
            <a:avLst/>
          </a:prstGeom>
        </p:spPr>
      </p:pic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3A75668D-F4AF-34E5-D8EE-0C9EF903E2EE}"/>
              </a:ext>
            </a:extLst>
          </p:cNvPr>
          <p:cNvCxnSpPr>
            <a:cxnSpLocks/>
          </p:cNvCxnSpPr>
          <p:nvPr/>
        </p:nvCxnSpPr>
        <p:spPr>
          <a:xfrm flipV="1">
            <a:off x="0" y="19440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D7DEED82-86AE-896C-EED7-97441623D747}"/>
              </a:ext>
            </a:extLst>
          </p:cNvPr>
          <p:cNvCxnSpPr>
            <a:cxnSpLocks/>
          </p:cNvCxnSpPr>
          <p:nvPr/>
        </p:nvCxnSpPr>
        <p:spPr>
          <a:xfrm flipV="1">
            <a:off x="0" y="496440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1B934C99-AFB4-F52C-91D6-439733275644}"/>
              </a:ext>
            </a:extLst>
          </p:cNvPr>
          <p:cNvCxnSpPr>
            <a:cxnSpLocks/>
          </p:cNvCxnSpPr>
          <p:nvPr/>
        </p:nvCxnSpPr>
        <p:spPr>
          <a:xfrm>
            <a:off x="9000000" y="0"/>
            <a:ext cx="0" cy="515520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que 11">
            <a:extLst>
              <a:ext uri="{FF2B5EF4-FFF2-40B4-BE49-F238E27FC236}">
                <a16:creationId xmlns:a16="http://schemas.microsoft.com/office/drawing/2014/main" id="{D975D4A8-03DE-015D-5B80-FEA4BDA01B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94800" y="198000"/>
            <a:ext cx="198000" cy="198000"/>
          </a:xfrm>
          <a:prstGeom prst="rect">
            <a:avLst/>
          </a:prstGeom>
        </p:spPr>
      </p:pic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B5E00501-3659-3D28-8F07-CB2026BC244E}"/>
              </a:ext>
            </a:extLst>
          </p:cNvPr>
          <p:cNvCxnSpPr>
            <a:cxnSpLocks/>
          </p:cNvCxnSpPr>
          <p:nvPr/>
        </p:nvCxnSpPr>
        <p:spPr>
          <a:xfrm>
            <a:off x="180000" y="-8202"/>
            <a:ext cx="0" cy="515520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FAD6AD95-8926-C773-272F-81A0B9D86121}"/>
              </a:ext>
            </a:extLst>
          </p:cNvPr>
          <p:cNvCxnSpPr>
            <a:cxnSpLocks/>
          </p:cNvCxnSpPr>
          <p:nvPr/>
        </p:nvCxnSpPr>
        <p:spPr>
          <a:xfrm flipV="1">
            <a:off x="0" y="106308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0">
          <a:extLst>
            <a:ext uri="{FF2B5EF4-FFF2-40B4-BE49-F238E27FC236}">
              <a16:creationId xmlns:a16="http://schemas.microsoft.com/office/drawing/2014/main" id="{C4C230B6-73C7-DB34-3076-525AFEA1E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">
            <a:extLst>
              <a:ext uri="{FF2B5EF4-FFF2-40B4-BE49-F238E27FC236}">
                <a16:creationId xmlns:a16="http://schemas.microsoft.com/office/drawing/2014/main" id="{E5295AAB-6BE1-7224-3184-36269797EB00}"/>
              </a:ext>
            </a:extLst>
          </p:cNvPr>
          <p:cNvSpPr txBox="1"/>
          <p:nvPr/>
        </p:nvSpPr>
        <p:spPr>
          <a:xfrm>
            <a:off x="326571" y="1375875"/>
            <a:ext cx="3894920" cy="3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Lorem ipsum dolor sit amet</a:t>
            </a:r>
            <a:br>
              <a:rPr lang="fr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</a:br>
            <a:br>
              <a:rPr lang="fr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</a:b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consectetur adipiscing elit, sed do eiusmod tempor incididunt ut labore et dolore magna aliqua.</a:t>
            </a:r>
            <a:endParaRPr sz="12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quis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nostrud exercitation ullamco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laboris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nisi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ut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aliquip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ex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ea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commodo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consequat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 Duis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aute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irure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dolor in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reprehenderit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in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voluptate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velit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esse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cillum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dolore eu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fugiat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nulla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pariatur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</a:t>
            </a:r>
            <a:endParaRPr sz="12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8C38EED-B0FA-B2AA-7CB4-FBDAF0EAE439}"/>
              </a:ext>
            </a:extLst>
          </p:cNvPr>
          <p:cNvSpPr txBox="1"/>
          <p:nvPr/>
        </p:nvSpPr>
        <p:spPr>
          <a:xfrm>
            <a:off x="179010" y="38705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/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C0ACD05B-86A0-4998-695B-B2C75F4B8FD5}"/>
              </a:ext>
            </a:extLst>
          </p:cNvPr>
          <p:cNvCxnSpPr>
            <a:cxnSpLocks/>
          </p:cNvCxnSpPr>
          <p:nvPr/>
        </p:nvCxnSpPr>
        <p:spPr>
          <a:xfrm flipV="1">
            <a:off x="0" y="106308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Google Shape;36;p4">
            <a:extLst>
              <a:ext uri="{FF2B5EF4-FFF2-40B4-BE49-F238E27FC236}">
                <a16:creationId xmlns:a16="http://schemas.microsoft.com/office/drawing/2014/main" id="{F4423ABC-F0D1-D166-82C0-85F00B75FE61}"/>
              </a:ext>
            </a:extLst>
          </p:cNvPr>
          <p:cNvSpPr txBox="1"/>
          <p:nvPr/>
        </p:nvSpPr>
        <p:spPr>
          <a:xfrm>
            <a:off x="326571" y="289910"/>
            <a:ext cx="4101404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noProof="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Title of this slide in one or two lines maximum.</a:t>
            </a:r>
          </a:p>
        </p:txBody>
      </p:sp>
      <p:cxnSp>
        <p:nvCxnSpPr>
          <p:cNvPr id="11" name="Google Shape;325;p18">
            <a:extLst>
              <a:ext uri="{FF2B5EF4-FFF2-40B4-BE49-F238E27FC236}">
                <a16:creationId xmlns:a16="http://schemas.microsoft.com/office/drawing/2014/main" id="{C1097348-DA8C-3558-8493-73A5723341FA}"/>
              </a:ext>
            </a:extLst>
          </p:cNvPr>
          <p:cNvCxnSpPr/>
          <p:nvPr/>
        </p:nvCxnSpPr>
        <p:spPr>
          <a:xfrm>
            <a:off x="4605865" y="0"/>
            <a:ext cx="0" cy="515460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Google Shape;135;p7">
            <a:extLst>
              <a:ext uri="{FF2B5EF4-FFF2-40B4-BE49-F238E27FC236}">
                <a16:creationId xmlns:a16="http://schemas.microsoft.com/office/drawing/2014/main" id="{A6F45186-A1EF-9582-5E65-98454A9B9FD6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15</a:t>
            </a:fld>
            <a:endParaRPr lang="fr" sz="1000">
              <a:solidFill>
                <a:schemeClr val="bg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7A9BCEA-F960-9848-55E6-216F0CB8DF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16220" r="2064"/>
          <a:stretch>
            <a:fillRect/>
          </a:stretch>
        </p:blipFill>
        <p:spPr>
          <a:xfrm>
            <a:off x="4608148" y="192593"/>
            <a:ext cx="4385917" cy="4766233"/>
          </a:xfrm>
          <a:prstGeom prst="rect">
            <a:avLst/>
          </a:prstGeom>
        </p:spPr>
      </p:pic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A969153F-EB71-8D0B-8765-31364B794CBA}"/>
              </a:ext>
            </a:extLst>
          </p:cNvPr>
          <p:cNvCxnSpPr>
            <a:cxnSpLocks/>
          </p:cNvCxnSpPr>
          <p:nvPr/>
        </p:nvCxnSpPr>
        <p:spPr>
          <a:xfrm flipV="1">
            <a:off x="0" y="19440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C712C0A0-CB65-F161-C504-4F84AA1D2A6C}"/>
              </a:ext>
            </a:extLst>
          </p:cNvPr>
          <p:cNvCxnSpPr>
            <a:cxnSpLocks/>
          </p:cNvCxnSpPr>
          <p:nvPr/>
        </p:nvCxnSpPr>
        <p:spPr>
          <a:xfrm flipV="1">
            <a:off x="0" y="496440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DF4349CC-5149-7705-8D0F-8903117EFDC2}"/>
              </a:ext>
            </a:extLst>
          </p:cNvPr>
          <p:cNvCxnSpPr>
            <a:cxnSpLocks/>
          </p:cNvCxnSpPr>
          <p:nvPr/>
        </p:nvCxnSpPr>
        <p:spPr>
          <a:xfrm>
            <a:off x="9000000" y="0"/>
            <a:ext cx="0" cy="515520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C0A457FB-DB7A-5EF7-B84A-02AC535D512D}"/>
              </a:ext>
            </a:extLst>
          </p:cNvPr>
          <p:cNvCxnSpPr>
            <a:cxnSpLocks/>
          </p:cNvCxnSpPr>
          <p:nvPr/>
        </p:nvCxnSpPr>
        <p:spPr>
          <a:xfrm>
            <a:off x="180000" y="-8202"/>
            <a:ext cx="0" cy="515520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que 12">
            <a:extLst>
              <a:ext uri="{FF2B5EF4-FFF2-40B4-BE49-F238E27FC236}">
                <a16:creationId xmlns:a16="http://schemas.microsoft.com/office/drawing/2014/main" id="{A6D80001-2B0E-EC72-73D2-CE5007D86D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3600" y="4762800"/>
            <a:ext cx="1050058" cy="19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840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69">
          <a:extLst>
            <a:ext uri="{FF2B5EF4-FFF2-40B4-BE49-F238E27FC236}">
              <a16:creationId xmlns:a16="http://schemas.microsoft.com/office/drawing/2014/main" id="{26AE689E-EC19-E5F0-387C-611A6FF6A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1">
            <a:extLst>
              <a:ext uri="{FF2B5EF4-FFF2-40B4-BE49-F238E27FC236}">
                <a16:creationId xmlns:a16="http://schemas.microsoft.com/office/drawing/2014/main" id="{6F4EDEDE-E443-E09C-D09A-74F9A052CD8D}"/>
              </a:ext>
            </a:extLst>
          </p:cNvPr>
          <p:cNvSpPr txBox="1"/>
          <p:nvPr/>
        </p:nvSpPr>
        <p:spPr>
          <a:xfrm>
            <a:off x="326569" y="2748488"/>
            <a:ext cx="3895081" cy="17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consectetur adipiscing elit, sed do eiusmod tempor incididunt ut labore et dolore magna aliqua.</a:t>
            </a:r>
            <a:endParaRPr sz="12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quis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nostrud exercitation ullamco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laboris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nisi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ut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aliquip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ex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ea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commodo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consequat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 Duis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aute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irure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dolor in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reprehenderit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in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voluptate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velit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esse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cillum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dolore eu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fugiat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nulla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pariatur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</a:t>
            </a:r>
            <a:endParaRPr sz="12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386" name="Google Shape;386;p21">
            <a:extLst>
              <a:ext uri="{FF2B5EF4-FFF2-40B4-BE49-F238E27FC236}">
                <a16:creationId xmlns:a16="http://schemas.microsoft.com/office/drawing/2014/main" id="{AB296B1D-9895-A30E-C7D4-798DBD4CE8EA}"/>
              </a:ext>
            </a:extLst>
          </p:cNvPr>
          <p:cNvSpPr txBox="1"/>
          <p:nvPr/>
        </p:nvSpPr>
        <p:spPr>
          <a:xfrm>
            <a:off x="326570" y="1447425"/>
            <a:ext cx="3895079" cy="9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Laboris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nisi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ut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aliquip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ex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ea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commodo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consequat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 Duis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aute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irure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dolor in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reprehenderit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in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voluptate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velit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esse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cillum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dolore eu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fugiat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nulla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pariatur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</a:t>
            </a:r>
            <a:endParaRPr sz="12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6" name="Google Shape;36;p4">
            <a:extLst>
              <a:ext uri="{FF2B5EF4-FFF2-40B4-BE49-F238E27FC236}">
                <a16:creationId xmlns:a16="http://schemas.microsoft.com/office/drawing/2014/main" id="{BCC3CA75-5E76-C681-74D5-85F1CF5A838A}"/>
              </a:ext>
            </a:extLst>
          </p:cNvPr>
          <p:cNvSpPr txBox="1"/>
          <p:nvPr/>
        </p:nvSpPr>
        <p:spPr>
          <a:xfrm>
            <a:off x="326571" y="289910"/>
            <a:ext cx="4101404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noProof="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Title of this slide in one or two lines maximum.</a:t>
            </a:r>
          </a:p>
        </p:txBody>
      </p:sp>
      <p:sp>
        <p:nvSpPr>
          <p:cNvPr id="7" name="Google Shape;135;p7">
            <a:extLst>
              <a:ext uri="{FF2B5EF4-FFF2-40B4-BE49-F238E27FC236}">
                <a16:creationId xmlns:a16="http://schemas.microsoft.com/office/drawing/2014/main" id="{EF902C28-2CD4-0EBC-5C85-7D2911D05C1C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16</a:t>
            </a:fld>
            <a:endParaRPr lang="fr" sz="1000">
              <a:solidFill>
                <a:schemeClr val="bg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7008CA0-B989-CA12-27AA-10E229B41F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646"/>
          <a:stretch>
            <a:fillRect/>
          </a:stretch>
        </p:blipFill>
        <p:spPr>
          <a:xfrm>
            <a:off x="4572000" y="2765527"/>
            <a:ext cx="4423286" cy="2197811"/>
          </a:xfrm>
          <a:prstGeom prst="rect">
            <a:avLst/>
          </a:prstGeom>
        </p:spPr>
      </p:pic>
      <p:cxnSp>
        <p:nvCxnSpPr>
          <p:cNvPr id="372" name="Google Shape;372;p21">
            <a:extLst>
              <a:ext uri="{FF2B5EF4-FFF2-40B4-BE49-F238E27FC236}">
                <a16:creationId xmlns:a16="http://schemas.microsoft.com/office/drawing/2014/main" id="{A66EC730-3287-4BAC-6738-987C22C140A6}"/>
              </a:ext>
            </a:extLst>
          </p:cNvPr>
          <p:cNvCxnSpPr/>
          <p:nvPr/>
        </p:nvCxnSpPr>
        <p:spPr>
          <a:xfrm rot="10800000">
            <a:off x="0" y="2765638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1" name="Google Shape;381;p21">
            <a:extLst>
              <a:ext uri="{FF2B5EF4-FFF2-40B4-BE49-F238E27FC236}">
                <a16:creationId xmlns:a16="http://schemas.microsoft.com/office/drawing/2014/main" id="{48133CF5-AB78-17B7-D5E0-EC8C0EED13EA}"/>
              </a:ext>
            </a:extLst>
          </p:cNvPr>
          <p:cNvCxnSpPr/>
          <p:nvPr/>
        </p:nvCxnSpPr>
        <p:spPr>
          <a:xfrm>
            <a:off x="4572000" y="-5550"/>
            <a:ext cx="0" cy="515460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FCE79272-C1DB-1464-7BD2-062E741893C9}"/>
              </a:ext>
            </a:extLst>
          </p:cNvPr>
          <p:cNvSpPr/>
          <p:nvPr/>
        </p:nvSpPr>
        <p:spPr>
          <a:xfrm>
            <a:off x="4572000" y="196645"/>
            <a:ext cx="4423286" cy="217232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4B932F87-4032-99FE-3218-8B096F51A40A}"/>
              </a:ext>
            </a:extLst>
          </p:cNvPr>
          <p:cNvCxnSpPr>
            <a:cxnSpLocks/>
          </p:cNvCxnSpPr>
          <p:nvPr/>
        </p:nvCxnSpPr>
        <p:spPr>
          <a:xfrm flipV="1">
            <a:off x="0" y="106308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Google Shape;371;p21">
            <a:extLst>
              <a:ext uri="{FF2B5EF4-FFF2-40B4-BE49-F238E27FC236}">
                <a16:creationId xmlns:a16="http://schemas.microsoft.com/office/drawing/2014/main" id="{2BA6054B-F16B-770A-100D-AADDA67820B2}"/>
              </a:ext>
            </a:extLst>
          </p:cNvPr>
          <p:cNvCxnSpPr/>
          <p:nvPr/>
        </p:nvCxnSpPr>
        <p:spPr>
          <a:xfrm rot="10800000">
            <a:off x="0" y="2368974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6679702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32">
          <a:extLst>
            <a:ext uri="{FF2B5EF4-FFF2-40B4-BE49-F238E27FC236}">
              <a16:creationId xmlns:a16="http://schemas.microsoft.com/office/drawing/2014/main" id="{91E82496-1EAB-41E0-F858-35B1E6B1E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24" title="image 442.png">
            <a:extLst>
              <a:ext uri="{FF2B5EF4-FFF2-40B4-BE49-F238E27FC236}">
                <a16:creationId xmlns:a16="http://schemas.microsoft.com/office/drawing/2014/main" id="{71FD498E-E8CB-41F3-BC56-AC5946902F8F}"/>
              </a:ext>
            </a:extLst>
          </p:cNvPr>
          <p:cNvPicPr preferRelativeResize="0"/>
          <p:nvPr/>
        </p:nvPicPr>
        <p:blipFill rotWithShape="1"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4542" r="57879" b="371"/>
          <a:stretch/>
        </p:blipFill>
        <p:spPr>
          <a:xfrm>
            <a:off x="180000" y="199162"/>
            <a:ext cx="1469998" cy="170022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6" name="Google Shape;436;p24">
            <a:extLst>
              <a:ext uri="{FF2B5EF4-FFF2-40B4-BE49-F238E27FC236}">
                <a16:creationId xmlns:a16="http://schemas.microsoft.com/office/drawing/2014/main" id="{2EFD7F9D-7222-54A2-43C0-40715AB8B61C}"/>
              </a:ext>
            </a:extLst>
          </p:cNvPr>
          <p:cNvCxnSpPr/>
          <p:nvPr/>
        </p:nvCxnSpPr>
        <p:spPr>
          <a:xfrm rot="10800000">
            <a:off x="0" y="1904093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7" name="Google Shape;437;p24">
            <a:extLst>
              <a:ext uri="{FF2B5EF4-FFF2-40B4-BE49-F238E27FC236}">
                <a16:creationId xmlns:a16="http://schemas.microsoft.com/office/drawing/2014/main" id="{31D2B42D-0EA1-A53C-7660-9525BF2E7BED}"/>
              </a:ext>
            </a:extLst>
          </p:cNvPr>
          <p:cNvCxnSpPr/>
          <p:nvPr/>
        </p:nvCxnSpPr>
        <p:spPr>
          <a:xfrm rot="10800000">
            <a:off x="0" y="2676673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9" name="Google Shape;439;p24">
            <a:extLst>
              <a:ext uri="{FF2B5EF4-FFF2-40B4-BE49-F238E27FC236}">
                <a16:creationId xmlns:a16="http://schemas.microsoft.com/office/drawing/2014/main" id="{5CB39876-FAF3-1550-D41A-CD10B4C9BCAB}"/>
              </a:ext>
            </a:extLst>
          </p:cNvPr>
          <p:cNvCxnSpPr/>
          <p:nvPr/>
        </p:nvCxnSpPr>
        <p:spPr>
          <a:xfrm>
            <a:off x="1650000" y="-5550"/>
            <a:ext cx="0" cy="515460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0" name="Google Shape;450;p24">
            <a:extLst>
              <a:ext uri="{FF2B5EF4-FFF2-40B4-BE49-F238E27FC236}">
                <a16:creationId xmlns:a16="http://schemas.microsoft.com/office/drawing/2014/main" id="{1D2904E4-51D9-FBDB-8148-C5C5533D2438}"/>
              </a:ext>
            </a:extLst>
          </p:cNvPr>
          <p:cNvSpPr txBox="1"/>
          <p:nvPr/>
        </p:nvSpPr>
        <p:spPr>
          <a:xfrm>
            <a:off x="2548505" y="1877701"/>
            <a:ext cx="40470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Lorem ipsum dolor sit amet consectetur</a:t>
            </a:r>
            <a:endParaRPr sz="2300">
              <a:solidFill>
                <a:schemeClr val="dk1"/>
              </a:solidFill>
              <a:latin typeface="Ufficio 300" pitchFamily="2" charset="0"/>
              <a:ea typeface="Geist"/>
              <a:cs typeface="Geist"/>
              <a:sym typeface="Geist"/>
            </a:endParaRPr>
          </a:p>
        </p:txBody>
      </p:sp>
      <p:sp>
        <p:nvSpPr>
          <p:cNvPr id="451" name="Google Shape;451;p24">
            <a:extLst>
              <a:ext uri="{FF2B5EF4-FFF2-40B4-BE49-F238E27FC236}">
                <a16:creationId xmlns:a16="http://schemas.microsoft.com/office/drawing/2014/main" id="{14071BE7-D541-78A5-FBA2-C092A960F08B}"/>
              </a:ext>
            </a:extLst>
          </p:cNvPr>
          <p:cNvSpPr txBox="1"/>
          <p:nvPr/>
        </p:nvSpPr>
        <p:spPr>
          <a:xfrm>
            <a:off x="1834950" y="2898037"/>
            <a:ext cx="5510100" cy="18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consectetur adipiscing elit, sed do eiusmod tempor incididunt ut labore et dolore magna aliqua.</a:t>
            </a:r>
            <a:endParaRPr sz="12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Ut enim ad minim veniam,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quis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nostrud exercitation ullamco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laboris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nisi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ut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aliquip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ex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ea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commodo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consequat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. Duis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aute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irure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dolor in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reprehenderit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in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voluptate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velit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esse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cillum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dolore eu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fugiat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nulla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pariatur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.</a:t>
            </a:r>
            <a:endParaRPr sz="12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cxnSp>
        <p:nvCxnSpPr>
          <p:cNvPr id="2" name="Google Shape;438;p24">
            <a:extLst>
              <a:ext uri="{FF2B5EF4-FFF2-40B4-BE49-F238E27FC236}">
                <a16:creationId xmlns:a16="http://schemas.microsoft.com/office/drawing/2014/main" id="{CA0D6146-1BFB-B3A5-3800-0A1863492489}"/>
              </a:ext>
            </a:extLst>
          </p:cNvPr>
          <p:cNvCxnSpPr/>
          <p:nvPr/>
        </p:nvCxnSpPr>
        <p:spPr>
          <a:xfrm rot="10800000">
            <a:off x="0" y="401663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Image 5">
            <a:extLst>
              <a:ext uri="{FF2B5EF4-FFF2-40B4-BE49-F238E27FC236}">
                <a16:creationId xmlns:a16="http://schemas.microsoft.com/office/drawing/2014/main" id="{5C991A3C-5D12-E5A9-45C5-CDB92F9D6BA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0817" t="709" b="1"/>
          <a:stretch>
            <a:fillRect/>
          </a:stretch>
        </p:blipFill>
        <p:spPr>
          <a:xfrm>
            <a:off x="7529998" y="2898034"/>
            <a:ext cx="1466993" cy="2063150"/>
          </a:xfrm>
          <a:prstGeom prst="rect">
            <a:avLst/>
          </a:prstGeom>
        </p:spPr>
      </p:pic>
      <p:cxnSp>
        <p:nvCxnSpPr>
          <p:cNvPr id="435" name="Google Shape;435;p24">
            <a:extLst>
              <a:ext uri="{FF2B5EF4-FFF2-40B4-BE49-F238E27FC236}">
                <a16:creationId xmlns:a16="http://schemas.microsoft.com/office/drawing/2014/main" id="{A12A7E38-8463-986A-1FBF-2C89400D45D7}"/>
              </a:ext>
            </a:extLst>
          </p:cNvPr>
          <p:cNvCxnSpPr/>
          <p:nvPr/>
        </p:nvCxnSpPr>
        <p:spPr>
          <a:xfrm>
            <a:off x="7530000" y="-5550"/>
            <a:ext cx="0" cy="515460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135;p7">
            <a:extLst>
              <a:ext uri="{FF2B5EF4-FFF2-40B4-BE49-F238E27FC236}">
                <a16:creationId xmlns:a16="http://schemas.microsoft.com/office/drawing/2014/main" id="{713D4025-2247-8216-10B0-1DA96FB40522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17</a:t>
            </a:fld>
            <a:endParaRPr lang="fr" sz="1000">
              <a:solidFill>
                <a:schemeClr val="bg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cxnSp>
        <p:nvCxnSpPr>
          <p:cNvPr id="438" name="Google Shape;438;p24">
            <a:extLst>
              <a:ext uri="{FF2B5EF4-FFF2-40B4-BE49-F238E27FC236}">
                <a16:creationId xmlns:a16="http://schemas.microsoft.com/office/drawing/2014/main" id="{17295DDB-D55A-18A1-0530-1D97A121AB5C}"/>
              </a:ext>
            </a:extLst>
          </p:cNvPr>
          <p:cNvCxnSpPr/>
          <p:nvPr/>
        </p:nvCxnSpPr>
        <p:spPr>
          <a:xfrm rot="10800000">
            <a:off x="0" y="2898035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8240748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7"/>
          <p:cNvSpPr/>
          <p:nvPr/>
        </p:nvSpPr>
        <p:spPr>
          <a:xfrm>
            <a:off x="915000" y="977250"/>
            <a:ext cx="2387400" cy="3587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27"/>
          <p:cNvSpPr/>
          <p:nvPr/>
        </p:nvSpPr>
        <p:spPr>
          <a:xfrm>
            <a:off x="3396338" y="977250"/>
            <a:ext cx="2387400" cy="3587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27"/>
          <p:cNvSpPr/>
          <p:nvPr/>
        </p:nvSpPr>
        <p:spPr>
          <a:xfrm>
            <a:off x="5877676" y="977250"/>
            <a:ext cx="2387400" cy="3587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13" name="Google Shape;513;p27"/>
          <p:cNvCxnSpPr/>
          <p:nvPr/>
        </p:nvCxnSpPr>
        <p:spPr>
          <a:xfrm rot="10800000">
            <a:off x="0" y="977238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4" name="Google Shape;514;p27"/>
          <p:cNvSpPr txBox="1"/>
          <p:nvPr/>
        </p:nvSpPr>
        <p:spPr>
          <a:xfrm>
            <a:off x="1057400" y="2571750"/>
            <a:ext cx="2111100" cy="18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quis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nostrud exercitation ullamco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laboris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nisi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ut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aliquip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ex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ea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commodo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consequat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 Duis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aute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irure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dolor in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reprehenderit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in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voluptate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velit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esse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cillum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dolore eu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fugiat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nulla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pariatur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</a:t>
            </a:r>
            <a:endParaRPr sz="12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515" name="Google Shape;515;p27"/>
          <p:cNvSpPr txBox="1"/>
          <p:nvPr/>
        </p:nvSpPr>
        <p:spPr>
          <a:xfrm>
            <a:off x="1057400" y="1774500"/>
            <a:ext cx="2111100" cy="7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Title example</a:t>
            </a:r>
            <a:endParaRPr sz="1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516" name="Google Shape;516;p27"/>
          <p:cNvSpPr txBox="1"/>
          <p:nvPr/>
        </p:nvSpPr>
        <p:spPr>
          <a:xfrm>
            <a:off x="3534488" y="2571750"/>
            <a:ext cx="2111100" cy="18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quis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nostrud exercitation ullamco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laboris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nisi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ut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aliquip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ex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ea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commodo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consequat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 Duis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aute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irure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dolor in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reprehenderit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in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voluptate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velit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esse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cillum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dolore eu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fugiat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nulla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pariatur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</a:t>
            </a:r>
            <a:endParaRPr sz="12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517" name="Google Shape;517;p27"/>
          <p:cNvSpPr txBox="1"/>
          <p:nvPr/>
        </p:nvSpPr>
        <p:spPr>
          <a:xfrm>
            <a:off x="3534488" y="1774500"/>
            <a:ext cx="2111100" cy="7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Title example</a:t>
            </a:r>
            <a:endParaRPr sz="1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518" name="Google Shape;518;p27"/>
          <p:cNvSpPr txBox="1"/>
          <p:nvPr/>
        </p:nvSpPr>
        <p:spPr>
          <a:xfrm>
            <a:off x="6011588" y="2571750"/>
            <a:ext cx="2111100" cy="18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quis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nostrud exercitation ullamco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laboris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nisi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ut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aliquip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ex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ea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commodo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consequat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 Duis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aute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irure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dolor in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reprehenderit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in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voluptate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velit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esse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cillum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dolore eu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fugiat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nulla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pariatur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</a:t>
            </a:r>
            <a:endParaRPr sz="12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519" name="Google Shape;519;p27"/>
          <p:cNvSpPr txBox="1"/>
          <p:nvPr/>
        </p:nvSpPr>
        <p:spPr>
          <a:xfrm>
            <a:off x="6011588" y="1774500"/>
            <a:ext cx="2111100" cy="7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Title example</a:t>
            </a:r>
            <a:endParaRPr sz="1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cxnSp>
        <p:nvCxnSpPr>
          <p:cNvPr id="521" name="Google Shape;521;p27"/>
          <p:cNvCxnSpPr/>
          <p:nvPr/>
        </p:nvCxnSpPr>
        <p:spPr>
          <a:xfrm rot="10800000">
            <a:off x="183250" y="4564875"/>
            <a:ext cx="88155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3" name="Google Shape;523;p27"/>
          <p:cNvSpPr txBox="1"/>
          <p:nvPr/>
        </p:nvSpPr>
        <p:spPr>
          <a:xfrm>
            <a:off x="143900" y="173799"/>
            <a:ext cx="88560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Lorem ipsum dolor sit amet</a:t>
            </a:r>
            <a:b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</a:br>
            <a: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consectetur</a:t>
            </a:r>
            <a:endParaRPr sz="2300">
              <a:solidFill>
                <a:schemeClr val="dk1"/>
              </a:solidFill>
              <a:latin typeface="Ufficio 300" pitchFamily="2" charset="0"/>
              <a:ea typeface="Geist"/>
              <a:cs typeface="Geist"/>
              <a:sym typeface="Geist"/>
            </a:endParaRPr>
          </a:p>
        </p:txBody>
      </p:sp>
      <p:pic>
        <p:nvPicPr>
          <p:cNvPr id="524" name="Google Shape;524;p27" title="ChatCirc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6900" y="1083351"/>
            <a:ext cx="292525" cy="29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27" title="FolderOpe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9920" y="1083351"/>
            <a:ext cx="292525" cy="29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27" title="ShieldCheck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7399" y="1083351"/>
            <a:ext cx="292525" cy="29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5;p7">
            <a:extLst>
              <a:ext uri="{FF2B5EF4-FFF2-40B4-BE49-F238E27FC236}">
                <a16:creationId xmlns:a16="http://schemas.microsoft.com/office/drawing/2014/main" id="{3F3B8D15-4A20-14C8-D9B2-0E7EB1110172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tx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18</a:t>
            </a:fld>
            <a:endParaRPr lang="fr" sz="1000">
              <a:solidFill>
                <a:schemeClr val="tx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0"/>
          <p:cNvSpPr/>
          <p:nvPr/>
        </p:nvSpPr>
        <p:spPr>
          <a:xfrm>
            <a:off x="915000" y="977250"/>
            <a:ext cx="2387400" cy="3587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30"/>
          <p:cNvSpPr/>
          <p:nvPr/>
        </p:nvSpPr>
        <p:spPr>
          <a:xfrm>
            <a:off x="3396338" y="977250"/>
            <a:ext cx="2387400" cy="3587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30"/>
          <p:cNvSpPr/>
          <p:nvPr/>
        </p:nvSpPr>
        <p:spPr>
          <a:xfrm>
            <a:off x="5877676" y="977250"/>
            <a:ext cx="2387400" cy="3587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97" name="Google Shape;597;p30"/>
          <p:cNvCxnSpPr/>
          <p:nvPr/>
        </p:nvCxnSpPr>
        <p:spPr>
          <a:xfrm rot="10800000">
            <a:off x="0" y="977238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8" name="Google Shape;598;p30"/>
          <p:cNvSpPr txBox="1"/>
          <p:nvPr/>
        </p:nvSpPr>
        <p:spPr>
          <a:xfrm>
            <a:off x="1057400" y="2571750"/>
            <a:ext cx="2111100" cy="18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quis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nostrud exercitation ullamco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laboris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nisi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ut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aliquip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ex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ea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commodo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consequat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 Duis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aute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irure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dolor in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reprehenderit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in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voluptate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velit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esse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cillum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dolore eu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fugiat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nulla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pariatur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</a:t>
            </a:r>
            <a:endParaRPr sz="12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599" name="Google Shape;599;p30"/>
          <p:cNvSpPr txBox="1"/>
          <p:nvPr/>
        </p:nvSpPr>
        <p:spPr>
          <a:xfrm>
            <a:off x="1057400" y="1774500"/>
            <a:ext cx="2111100" cy="7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Title example</a:t>
            </a:r>
            <a:endParaRPr sz="1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600" name="Google Shape;600;p30"/>
          <p:cNvSpPr/>
          <p:nvPr/>
        </p:nvSpPr>
        <p:spPr>
          <a:xfrm>
            <a:off x="1057400" y="1089600"/>
            <a:ext cx="309300" cy="301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Geist Light"/>
                <a:ea typeface="Geist Light"/>
                <a:cs typeface="Geist Light"/>
                <a:sym typeface="Geist Light"/>
              </a:rPr>
              <a:t>01</a:t>
            </a:r>
            <a:endParaRPr>
              <a:latin typeface="Geist Light"/>
              <a:ea typeface="Geist Light"/>
              <a:cs typeface="Geist Light"/>
              <a:sym typeface="Geist Light"/>
            </a:endParaRPr>
          </a:p>
        </p:txBody>
      </p:sp>
      <p:sp>
        <p:nvSpPr>
          <p:cNvPr id="601" name="Google Shape;601;p30"/>
          <p:cNvSpPr/>
          <p:nvPr/>
        </p:nvSpPr>
        <p:spPr>
          <a:xfrm>
            <a:off x="3548175" y="1089600"/>
            <a:ext cx="309300" cy="301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Geist Light"/>
                <a:ea typeface="Geist Light"/>
                <a:cs typeface="Geist Light"/>
                <a:sym typeface="Geist Light"/>
              </a:rPr>
              <a:t>02</a:t>
            </a:r>
            <a:endParaRPr>
              <a:latin typeface="Geist Light"/>
              <a:ea typeface="Geist Light"/>
              <a:cs typeface="Geist Light"/>
              <a:sym typeface="Geist Light"/>
            </a:endParaRPr>
          </a:p>
        </p:txBody>
      </p:sp>
      <p:sp>
        <p:nvSpPr>
          <p:cNvPr id="602" name="Google Shape;602;p30"/>
          <p:cNvSpPr/>
          <p:nvPr/>
        </p:nvSpPr>
        <p:spPr>
          <a:xfrm>
            <a:off x="6038950" y="1089600"/>
            <a:ext cx="309300" cy="301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Geist Light"/>
                <a:ea typeface="Geist Light"/>
                <a:cs typeface="Geist Light"/>
                <a:sym typeface="Geist Light"/>
              </a:rPr>
              <a:t>03</a:t>
            </a:r>
            <a:endParaRPr>
              <a:latin typeface="Geist Light"/>
              <a:ea typeface="Geist Light"/>
              <a:cs typeface="Geist Light"/>
              <a:sym typeface="Geist Light"/>
            </a:endParaRPr>
          </a:p>
        </p:txBody>
      </p:sp>
      <p:sp>
        <p:nvSpPr>
          <p:cNvPr id="603" name="Google Shape;603;p30"/>
          <p:cNvSpPr txBox="1"/>
          <p:nvPr/>
        </p:nvSpPr>
        <p:spPr>
          <a:xfrm>
            <a:off x="3534488" y="2571750"/>
            <a:ext cx="2111100" cy="18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quis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nostrud exercitation ullamco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laboris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nisi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ut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aliquip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ex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ea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commodo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consequat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 Duis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aute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irure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dolor in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reprehenderit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in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voluptate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velit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esse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cillum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dolore eu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fugiat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nulla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pariatur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</a:t>
            </a:r>
            <a:endParaRPr sz="12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604" name="Google Shape;604;p30"/>
          <p:cNvSpPr txBox="1"/>
          <p:nvPr/>
        </p:nvSpPr>
        <p:spPr>
          <a:xfrm>
            <a:off x="3534488" y="1774500"/>
            <a:ext cx="2111100" cy="7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Title example</a:t>
            </a:r>
            <a:endParaRPr sz="1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605" name="Google Shape;605;p30"/>
          <p:cNvSpPr txBox="1"/>
          <p:nvPr/>
        </p:nvSpPr>
        <p:spPr>
          <a:xfrm>
            <a:off x="6011588" y="2571750"/>
            <a:ext cx="2111100" cy="18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quis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nostrud exercitation ullamco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laboris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nisi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ut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aliquip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ex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ea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commodo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consequat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 Duis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aute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irure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dolor in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reprehenderit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in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voluptate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velit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esse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cillum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dolore eu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fugiat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nulla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pariatur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</a:t>
            </a:r>
            <a:endParaRPr sz="12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606" name="Google Shape;606;p30"/>
          <p:cNvSpPr txBox="1"/>
          <p:nvPr/>
        </p:nvSpPr>
        <p:spPr>
          <a:xfrm>
            <a:off x="6011588" y="1774500"/>
            <a:ext cx="2111100" cy="7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Title example</a:t>
            </a:r>
            <a:endParaRPr sz="1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cxnSp>
        <p:nvCxnSpPr>
          <p:cNvPr id="608" name="Google Shape;608;p30"/>
          <p:cNvCxnSpPr/>
          <p:nvPr/>
        </p:nvCxnSpPr>
        <p:spPr>
          <a:xfrm rot="10800000">
            <a:off x="183250" y="4564875"/>
            <a:ext cx="88155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523;p27">
            <a:extLst>
              <a:ext uri="{FF2B5EF4-FFF2-40B4-BE49-F238E27FC236}">
                <a16:creationId xmlns:a16="http://schemas.microsoft.com/office/drawing/2014/main" id="{0101648D-94C8-5882-1781-4BEC67BD558E}"/>
              </a:ext>
            </a:extLst>
          </p:cNvPr>
          <p:cNvSpPr txBox="1"/>
          <p:nvPr/>
        </p:nvSpPr>
        <p:spPr>
          <a:xfrm>
            <a:off x="143900" y="173799"/>
            <a:ext cx="88560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Lorem ipsum dolor sit amet</a:t>
            </a:r>
            <a:b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</a:br>
            <a: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consectetur</a:t>
            </a:r>
            <a:endParaRPr sz="2300">
              <a:solidFill>
                <a:schemeClr val="dk1"/>
              </a:solidFill>
              <a:latin typeface="Ufficio 300" pitchFamily="2" charset="0"/>
              <a:ea typeface="Geist"/>
              <a:cs typeface="Geist"/>
              <a:sym typeface="Geist"/>
            </a:endParaRPr>
          </a:p>
        </p:txBody>
      </p:sp>
      <p:sp>
        <p:nvSpPr>
          <p:cNvPr id="4" name="Google Shape;135;p7">
            <a:extLst>
              <a:ext uri="{FF2B5EF4-FFF2-40B4-BE49-F238E27FC236}">
                <a16:creationId xmlns:a16="http://schemas.microsoft.com/office/drawing/2014/main" id="{F90FC9A7-5D64-8F93-AB0A-69EE65F2B058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tx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19</a:t>
            </a:fld>
            <a:endParaRPr lang="fr" sz="1000">
              <a:solidFill>
                <a:schemeClr val="tx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86">
          <a:extLst>
            <a:ext uri="{FF2B5EF4-FFF2-40B4-BE49-F238E27FC236}">
              <a16:creationId xmlns:a16="http://schemas.microsoft.com/office/drawing/2014/main" id="{C9F4B3A3-485A-E7FC-D180-1D94A696E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0">
            <a:extLst>
              <a:ext uri="{FF2B5EF4-FFF2-40B4-BE49-F238E27FC236}">
                <a16:creationId xmlns:a16="http://schemas.microsoft.com/office/drawing/2014/main" id="{52501058-EBCF-9929-6BD6-3C7D12AB8DBF}"/>
              </a:ext>
            </a:extLst>
          </p:cNvPr>
          <p:cNvSpPr/>
          <p:nvPr/>
        </p:nvSpPr>
        <p:spPr>
          <a:xfrm>
            <a:off x="915000" y="977250"/>
            <a:ext cx="2387400" cy="35877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30">
            <a:extLst>
              <a:ext uri="{FF2B5EF4-FFF2-40B4-BE49-F238E27FC236}">
                <a16:creationId xmlns:a16="http://schemas.microsoft.com/office/drawing/2014/main" id="{B413832E-0EE1-D20C-9048-52B47067146E}"/>
              </a:ext>
            </a:extLst>
          </p:cNvPr>
          <p:cNvSpPr/>
          <p:nvPr/>
        </p:nvSpPr>
        <p:spPr>
          <a:xfrm>
            <a:off x="3396338" y="977250"/>
            <a:ext cx="2387400" cy="3587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30">
            <a:extLst>
              <a:ext uri="{FF2B5EF4-FFF2-40B4-BE49-F238E27FC236}">
                <a16:creationId xmlns:a16="http://schemas.microsoft.com/office/drawing/2014/main" id="{10205BAD-49AD-C598-4F17-B3D201ACC407}"/>
              </a:ext>
            </a:extLst>
          </p:cNvPr>
          <p:cNvSpPr/>
          <p:nvPr/>
        </p:nvSpPr>
        <p:spPr>
          <a:xfrm>
            <a:off x="5877676" y="977250"/>
            <a:ext cx="2387400" cy="3587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97" name="Google Shape;597;p30">
            <a:extLst>
              <a:ext uri="{FF2B5EF4-FFF2-40B4-BE49-F238E27FC236}">
                <a16:creationId xmlns:a16="http://schemas.microsoft.com/office/drawing/2014/main" id="{50297381-AC30-6D4D-ED67-458A0C03252E}"/>
              </a:ext>
            </a:extLst>
          </p:cNvPr>
          <p:cNvCxnSpPr/>
          <p:nvPr/>
        </p:nvCxnSpPr>
        <p:spPr>
          <a:xfrm rot="10800000">
            <a:off x="0" y="977238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8" name="Google Shape;598;p30">
            <a:extLst>
              <a:ext uri="{FF2B5EF4-FFF2-40B4-BE49-F238E27FC236}">
                <a16:creationId xmlns:a16="http://schemas.microsoft.com/office/drawing/2014/main" id="{2D480902-727D-E174-62C5-E9750B337A58}"/>
              </a:ext>
            </a:extLst>
          </p:cNvPr>
          <p:cNvSpPr txBox="1"/>
          <p:nvPr/>
        </p:nvSpPr>
        <p:spPr>
          <a:xfrm>
            <a:off x="1057400" y="2571750"/>
            <a:ext cx="2111100" cy="18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Ut enim ad minim veniam,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quis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nostrud exercitation ullamco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laboris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nisi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ut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aliquip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ex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ea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commodo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consequat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. Duis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aute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irure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dolor in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reprehenderit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in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voluptate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velit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esse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cillum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dolore eu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fugiat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nulla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pariatur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.</a:t>
            </a:r>
            <a:endParaRPr sz="12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599" name="Google Shape;599;p30">
            <a:extLst>
              <a:ext uri="{FF2B5EF4-FFF2-40B4-BE49-F238E27FC236}">
                <a16:creationId xmlns:a16="http://schemas.microsoft.com/office/drawing/2014/main" id="{57CF782C-37D7-4337-0653-AD67B1596FBB}"/>
              </a:ext>
            </a:extLst>
          </p:cNvPr>
          <p:cNvSpPr txBox="1"/>
          <p:nvPr/>
        </p:nvSpPr>
        <p:spPr>
          <a:xfrm>
            <a:off x="1057400" y="1774500"/>
            <a:ext cx="2111100" cy="7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Title example</a:t>
            </a:r>
            <a:endParaRPr sz="18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600" name="Google Shape;600;p30">
            <a:extLst>
              <a:ext uri="{FF2B5EF4-FFF2-40B4-BE49-F238E27FC236}">
                <a16:creationId xmlns:a16="http://schemas.microsoft.com/office/drawing/2014/main" id="{E96FB5BD-D302-CE4E-60D1-2C93C415986C}"/>
              </a:ext>
            </a:extLst>
          </p:cNvPr>
          <p:cNvSpPr/>
          <p:nvPr/>
        </p:nvSpPr>
        <p:spPr>
          <a:xfrm>
            <a:off x="1057400" y="1089600"/>
            <a:ext cx="309300" cy="301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Geist Light"/>
                <a:ea typeface="Geist Light"/>
                <a:cs typeface="Geist Light"/>
                <a:sym typeface="Geist Light"/>
              </a:rPr>
              <a:t>01</a:t>
            </a:r>
            <a:endParaRPr>
              <a:latin typeface="Geist Light"/>
              <a:ea typeface="Geist Light"/>
              <a:cs typeface="Geist Light"/>
              <a:sym typeface="Geist Light"/>
            </a:endParaRPr>
          </a:p>
        </p:txBody>
      </p:sp>
      <p:sp>
        <p:nvSpPr>
          <p:cNvPr id="601" name="Google Shape;601;p30">
            <a:extLst>
              <a:ext uri="{FF2B5EF4-FFF2-40B4-BE49-F238E27FC236}">
                <a16:creationId xmlns:a16="http://schemas.microsoft.com/office/drawing/2014/main" id="{495C7C0A-58C8-A2A3-3A67-8AA44CD573A7}"/>
              </a:ext>
            </a:extLst>
          </p:cNvPr>
          <p:cNvSpPr/>
          <p:nvPr/>
        </p:nvSpPr>
        <p:spPr>
          <a:xfrm>
            <a:off x="3548175" y="1089600"/>
            <a:ext cx="309300" cy="301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Geist Light"/>
                <a:ea typeface="Geist Light"/>
                <a:cs typeface="Geist Light"/>
                <a:sym typeface="Geist Light"/>
              </a:rPr>
              <a:t>02</a:t>
            </a:r>
            <a:endParaRPr>
              <a:latin typeface="Geist Light"/>
              <a:ea typeface="Geist Light"/>
              <a:cs typeface="Geist Light"/>
              <a:sym typeface="Geist Light"/>
            </a:endParaRPr>
          </a:p>
        </p:txBody>
      </p:sp>
      <p:sp>
        <p:nvSpPr>
          <p:cNvPr id="602" name="Google Shape;602;p30">
            <a:extLst>
              <a:ext uri="{FF2B5EF4-FFF2-40B4-BE49-F238E27FC236}">
                <a16:creationId xmlns:a16="http://schemas.microsoft.com/office/drawing/2014/main" id="{396101DD-6C1E-C847-C9DF-EC1FF15C8396}"/>
              </a:ext>
            </a:extLst>
          </p:cNvPr>
          <p:cNvSpPr/>
          <p:nvPr/>
        </p:nvSpPr>
        <p:spPr>
          <a:xfrm>
            <a:off x="6038950" y="1089600"/>
            <a:ext cx="309300" cy="301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Geist Light"/>
                <a:ea typeface="Geist Light"/>
                <a:cs typeface="Geist Light"/>
                <a:sym typeface="Geist Light"/>
              </a:rPr>
              <a:t>03</a:t>
            </a:r>
            <a:endParaRPr>
              <a:latin typeface="Geist Light"/>
              <a:ea typeface="Geist Light"/>
              <a:cs typeface="Geist Light"/>
              <a:sym typeface="Geist Light"/>
            </a:endParaRPr>
          </a:p>
        </p:txBody>
      </p:sp>
      <p:sp>
        <p:nvSpPr>
          <p:cNvPr id="603" name="Google Shape;603;p30">
            <a:extLst>
              <a:ext uri="{FF2B5EF4-FFF2-40B4-BE49-F238E27FC236}">
                <a16:creationId xmlns:a16="http://schemas.microsoft.com/office/drawing/2014/main" id="{46123F19-36C7-10A9-14A9-F26BE3B883F4}"/>
              </a:ext>
            </a:extLst>
          </p:cNvPr>
          <p:cNvSpPr txBox="1"/>
          <p:nvPr/>
        </p:nvSpPr>
        <p:spPr>
          <a:xfrm>
            <a:off x="3534488" y="2571750"/>
            <a:ext cx="2111100" cy="18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Ut enim ad minim veniam,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quis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nostrud exercitation ullamco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laboris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nisi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ut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aliquip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ex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ea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commodo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consequat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. Duis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aute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irure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dolor in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reprehenderit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in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voluptate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velit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esse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cillum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dolore eu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fugiat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nulla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pariatur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.</a:t>
            </a:r>
            <a:endParaRPr sz="12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604" name="Google Shape;604;p30">
            <a:extLst>
              <a:ext uri="{FF2B5EF4-FFF2-40B4-BE49-F238E27FC236}">
                <a16:creationId xmlns:a16="http://schemas.microsoft.com/office/drawing/2014/main" id="{CE0D2749-2887-9C8F-7879-73B08D4434F5}"/>
              </a:ext>
            </a:extLst>
          </p:cNvPr>
          <p:cNvSpPr txBox="1"/>
          <p:nvPr/>
        </p:nvSpPr>
        <p:spPr>
          <a:xfrm>
            <a:off x="3534488" y="1774500"/>
            <a:ext cx="2111100" cy="7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Title example</a:t>
            </a:r>
            <a:endParaRPr sz="18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605" name="Google Shape;605;p30">
            <a:extLst>
              <a:ext uri="{FF2B5EF4-FFF2-40B4-BE49-F238E27FC236}">
                <a16:creationId xmlns:a16="http://schemas.microsoft.com/office/drawing/2014/main" id="{F2558BF1-3647-FDB8-15AC-CFB7505196A3}"/>
              </a:ext>
            </a:extLst>
          </p:cNvPr>
          <p:cNvSpPr txBox="1"/>
          <p:nvPr/>
        </p:nvSpPr>
        <p:spPr>
          <a:xfrm>
            <a:off x="6011588" y="2571750"/>
            <a:ext cx="2111100" cy="18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Ut enim ad minim veniam,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quis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nostrud exercitation ullamco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laboris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nisi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ut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aliquip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ex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ea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commodo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consequat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. Duis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aute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irure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dolor in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reprehenderit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in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voluptate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velit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esse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cillum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dolore eu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fugiat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nulla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pariatur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.</a:t>
            </a:r>
            <a:endParaRPr sz="12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606" name="Google Shape;606;p30">
            <a:extLst>
              <a:ext uri="{FF2B5EF4-FFF2-40B4-BE49-F238E27FC236}">
                <a16:creationId xmlns:a16="http://schemas.microsoft.com/office/drawing/2014/main" id="{CC99D3BD-9072-F1A7-369A-6AF27D40ECE3}"/>
              </a:ext>
            </a:extLst>
          </p:cNvPr>
          <p:cNvSpPr txBox="1"/>
          <p:nvPr/>
        </p:nvSpPr>
        <p:spPr>
          <a:xfrm>
            <a:off x="6011588" y="1774500"/>
            <a:ext cx="2111100" cy="7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Title example</a:t>
            </a:r>
            <a:endParaRPr sz="18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cxnSp>
        <p:nvCxnSpPr>
          <p:cNvPr id="608" name="Google Shape;608;p30">
            <a:extLst>
              <a:ext uri="{FF2B5EF4-FFF2-40B4-BE49-F238E27FC236}">
                <a16:creationId xmlns:a16="http://schemas.microsoft.com/office/drawing/2014/main" id="{53F7A23D-09E7-5C26-8BAF-735EFD878A1C}"/>
              </a:ext>
            </a:extLst>
          </p:cNvPr>
          <p:cNvCxnSpPr/>
          <p:nvPr/>
        </p:nvCxnSpPr>
        <p:spPr>
          <a:xfrm rot="10800000">
            <a:off x="183250" y="4564875"/>
            <a:ext cx="88155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523;p27">
            <a:extLst>
              <a:ext uri="{FF2B5EF4-FFF2-40B4-BE49-F238E27FC236}">
                <a16:creationId xmlns:a16="http://schemas.microsoft.com/office/drawing/2014/main" id="{FDBD6E8A-DF05-F037-EB70-0F8444CFB106}"/>
              </a:ext>
            </a:extLst>
          </p:cNvPr>
          <p:cNvSpPr txBox="1"/>
          <p:nvPr/>
        </p:nvSpPr>
        <p:spPr>
          <a:xfrm>
            <a:off x="143900" y="173799"/>
            <a:ext cx="88560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Lorem ipsum </a:t>
            </a:r>
            <a:r>
              <a:rPr lang="fr" sz="2300" err="1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dolor</a:t>
            </a:r>
            <a: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 </a:t>
            </a:r>
            <a:r>
              <a:rPr lang="fr" sz="2300" err="1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sit</a:t>
            </a:r>
            <a: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 </a:t>
            </a:r>
            <a:r>
              <a:rPr lang="fr" sz="2300" err="1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amet</a:t>
            </a:r>
            <a:b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</a:br>
            <a:r>
              <a:rPr lang="fr" sz="2300" err="1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consectetur</a:t>
            </a:r>
            <a:endParaRPr sz="2300">
              <a:solidFill>
                <a:schemeClr val="dk1"/>
              </a:solidFill>
              <a:latin typeface="Ufficio 300" pitchFamily="2" charset="0"/>
              <a:ea typeface="Geist"/>
              <a:cs typeface="Geist"/>
              <a:sym typeface="Geist"/>
            </a:endParaRPr>
          </a:p>
        </p:txBody>
      </p:sp>
      <p:sp>
        <p:nvSpPr>
          <p:cNvPr id="4" name="Google Shape;135;p7">
            <a:extLst>
              <a:ext uri="{FF2B5EF4-FFF2-40B4-BE49-F238E27FC236}">
                <a16:creationId xmlns:a16="http://schemas.microsoft.com/office/drawing/2014/main" id="{E7B8239D-D53B-BD70-219E-51BCC991F858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tx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20</a:t>
            </a:fld>
            <a:endParaRPr lang="fr" sz="1000">
              <a:solidFill>
                <a:schemeClr val="tx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065288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6AB98-BE60-2820-65BC-03DDA42FE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Google Shape;597;p30">
            <a:extLst>
              <a:ext uri="{FF2B5EF4-FFF2-40B4-BE49-F238E27FC236}">
                <a16:creationId xmlns:a16="http://schemas.microsoft.com/office/drawing/2014/main" id="{23C40439-933C-6827-F00E-3056FD2CA256}"/>
              </a:ext>
            </a:extLst>
          </p:cNvPr>
          <p:cNvCxnSpPr/>
          <p:nvPr/>
        </p:nvCxnSpPr>
        <p:spPr>
          <a:xfrm rot="10800000">
            <a:off x="0" y="977238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523;p27">
            <a:extLst>
              <a:ext uri="{FF2B5EF4-FFF2-40B4-BE49-F238E27FC236}">
                <a16:creationId xmlns:a16="http://schemas.microsoft.com/office/drawing/2014/main" id="{38078BFD-3E62-640A-796B-E458B4323CA6}"/>
              </a:ext>
            </a:extLst>
          </p:cNvPr>
          <p:cNvSpPr txBox="1"/>
          <p:nvPr/>
        </p:nvSpPr>
        <p:spPr>
          <a:xfrm>
            <a:off x="143900" y="173799"/>
            <a:ext cx="88560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Lorem ipsum </a:t>
            </a:r>
            <a:r>
              <a:rPr lang="fr" sz="2300" err="1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dolor</a:t>
            </a:r>
            <a: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 </a:t>
            </a:r>
            <a:r>
              <a:rPr lang="fr" sz="2300" err="1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sit</a:t>
            </a:r>
            <a: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 </a:t>
            </a:r>
            <a:r>
              <a:rPr lang="fr" sz="2300" err="1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amet</a:t>
            </a:r>
            <a:b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</a:br>
            <a:r>
              <a:rPr lang="fr" sz="2300" err="1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consectetur</a:t>
            </a:r>
            <a:endParaRPr sz="2300">
              <a:solidFill>
                <a:schemeClr val="dk1"/>
              </a:solidFill>
              <a:latin typeface="Ufficio 300" pitchFamily="2" charset="0"/>
              <a:ea typeface="Geist"/>
              <a:cs typeface="Geist"/>
              <a:sym typeface="Geist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DF243362-24DC-D81C-5F53-C2EC142A8A5B}"/>
              </a:ext>
            </a:extLst>
          </p:cNvPr>
          <p:cNvSpPr/>
          <p:nvPr/>
        </p:nvSpPr>
        <p:spPr>
          <a:xfrm>
            <a:off x="315519" y="1395312"/>
            <a:ext cx="336685" cy="250665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2C45011-68F5-F12C-3873-2D3A526229ED}"/>
              </a:ext>
            </a:extLst>
          </p:cNvPr>
          <p:cNvSpPr/>
          <p:nvPr/>
        </p:nvSpPr>
        <p:spPr>
          <a:xfrm>
            <a:off x="382771" y="1432304"/>
            <a:ext cx="230281" cy="231274"/>
          </a:xfrm>
          <a:prstGeom prst="rect">
            <a:avLst/>
          </a:prstGeom>
          <a:noFill/>
          <a:ln/>
        </p:spPr>
        <p:txBody>
          <a:bodyPr wrap="square" lIns="0" tIns="25400" rIns="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700">
                <a:solidFill>
                  <a:srgbClr val="FFFFFF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01</a:t>
            </a:r>
            <a:endParaRPr lang="en-US" sz="18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D1E89C1-9990-5D56-5349-A52A7155B974}"/>
              </a:ext>
            </a:extLst>
          </p:cNvPr>
          <p:cNvSpPr/>
          <p:nvPr/>
        </p:nvSpPr>
        <p:spPr>
          <a:xfrm>
            <a:off x="315520" y="1790042"/>
            <a:ext cx="1938582" cy="300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2550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Title example</a:t>
            </a:r>
            <a:endParaRPr lang="en-US" sz="255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245A7A1-D6AA-EAFD-55F5-839ED1469321}"/>
              </a:ext>
            </a:extLst>
          </p:cNvPr>
          <p:cNvSpPr/>
          <p:nvPr/>
        </p:nvSpPr>
        <p:spPr>
          <a:xfrm>
            <a:off x="315519" y="2094164"/>
            <a:ext cx="1815217" cy="777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Ut enim ad minim veniam, quis nostrud exercitation ullamco laboris nisi ut aliquip.</a:t>
            </a:r>
            <a:endParaRPr lang="en-US" sz="2025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C2B48571-6F00-C3FE-093F-2734B2C513D5}"/>
              </a:ext>
            </a:extLst>
          </p:cNvPr>
          <p:cNvSpPr/>
          <p:nvPr/>
        </p:nvSpPr>
        <p:spPr>
          <a:xfrm>
            <a:off x="2541270" y="1391989"/>
            <a:ext cx="336685" cy="250665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917165E1-A4A9-8C02-D8F1-3E9DBC1D5A95}"/>
              </a:ext>
            </a:extLst>
          </p:cNvPr>
          <p:cNvSpPr/>
          <p:nvPr/>
        </p:nvSpPr>
        <p:spPr>
          <a:xfrm>
            <a:off x="2541271" y="1786719"/>
            <a:ext cx="1938582" cy="300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2550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Title example</a:t>
            </a:r>
            <a:endParaRPr lang="en-US" sz="255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ECC66358-6FF3-541C-A386-71E471300CF4}"/>
              </a:ext>
            </a:extLst>
          </p:cNvPr>
          <p:cNvSpPr/>
          <p:nvPr/>
        </p:nvSpPr>
        <p:spPr>
          <a:xfrm>
            <a:off x="2541270" y="2090841"/>
            <a:ext cx="1815217" cy="777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Ut enim ad minim veniam, quis nostrud exercitation ullamco laboris nisi ut aliquip.</a:t>
            </a:r>
            <a:endParaRPr lang="en-US" sz="2025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D74E193B-4197-D90C-1EE8-E5C78859ADD1}"/>
              </a:ext>
            </a:extLst>
          </p:cNvPr>
          <p:cNvSpPr/>
          <p:nvPr/>
        </p:nvSpPr>
        <p:spPr>
          <a:xfrm>
            <a:off x="4759759" y="1398635"/>
            <a:ext cx="336685" cy="250665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05419256-953F-375E-5773-A6D2DB5EB44B}"/>
              </a:ext>
            </a:extLst>
          </p:cNvPr>
          <p:cNvSpPr/>
          <p:nvPr/>
        </p:nvSpPr>
        <p:spPr>
          <a:xfrm>
            <a:off x="4759760" y="1793365"/>
            <a:ext cx="1938582" cy="300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2550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Title example</a:t>
            </a:r>
            <a:endParaRPr lang="en-US" sz="255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88E8817A-F2B5-1F30-7D5F-F76EFCE1BCE8}"/>
              </a:ext>
            </a:extLst>
          </p:cNvPr>
          <p:cNvSpPr/>
          <p:nvPr/>
        </p:nvSpPr>
        <p:spPr>
          <a:xfrm>
            <a:off x="4759759" y="2097487"/>
            <a:ext cx="1815217" cy="777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Ut enim ad minim veniam, quis nostrud exercitation ullamco laboris nisi ut aliquip.</a:t>
            </a:r>
            <a:endParaRPr lang="en-US" sz="2025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18A41FAB-90EA-26B0-1BE1-E93B73DCC7F7}"/>
              </a:ext>
            </a:extLst>
          </p:cNvPr>
          <p:cNvSpPr/>
          <p:nvPr/>
        </p:nvSpPr>
        <p:spPr>
          <a:xfrm>
            <a:off x="7012379" y="1391989"/>
            <a:ext cx="336685" cy="250665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D2B6F9F9-AEEB-A6E1-5F62-68241B253C0F}"/>
              </a:ext>
            </a:extLst>
          </p:cNvPr>
          <p:cNvSpPr/>
          <p:nvPr/>
        </p:nvSpPr>
        <p:spPr>
          <a:xfrm>
            <a:off x="7012380" y="1786719"/>
            <a:ext cx="1938582" cy="300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2550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Title example</a:t>
            </a:r>
            <a:endParaRPr lang="en-US" sz="255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A9708218-F00A-860F-A6B1-2ADA3211A6D8}"/>
              </a:ext>
            </a:extLst>
          </p:cNvPr>
          <p:cNvSpPr/>
          <p:nvPr/>
        </p:nvSpPr>
        <p:spPr>
          <a:xfrm>
            <a:off x="7012379" y="2090841"/>
            <a:ext cx="1815217" cy="777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Ut enim ad minim veniam, quis nostrud exercitation ullamco laboris nisi ut aliquip.</a:t>
            </a:r>
            <a:endParaRPr lang="en-US" sz="2025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8" name="Text 3">
            <a:extLst>
              <a:ext uri="{FF2B5EF4-FFF2-40B4-BE49-F238E27FC236}">
                <a16:creationId xmlns:a16="http://schemas.microsoft.com/office/drawing/2014/main" id="{8ABD07BD-4A8D-F8FD-E7DB-5DFA04B99E5D}"/>
              </a:ext>
            </a:extLst>
          </p:cNvPr>
          <p:cNvSpPr/>
          <p:nvPr/>
        </p:nvSpPr>
        <p:spPr>
          <a:xfrm>
            <a:off x="2590841" y="1435627"/>
            <a:ext cx="230281" cy="231274"/>
          </a:xfrm>
          <a:prstGeom prst="rect">
            <a:avLst/>
          </a:prstGeom>
          <a:noFill/>
          <a:ln/>
        </p:spPr>
        <p:txBody>
          <a:bodyPr wrap="square" lIns="0" tIns="25400" rIns="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700">
                <a:solidFill>
                  <a:srgbClr val="FFFFFF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02</a:t>
            </a:r>
            <a:endParaRPr lang="en-US" sz="18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9" name="Text 3">
            <a:extLst>
              <a:ext uri="{FF2B5EF4-FFF2-40B4-BE49-F238E27FC236}">
                <a16:creationId xmlns:a16="http://schemas.microsoft.com/office/drawing/2014/main" id="{BB81EEB2-C27D-95F0-553C-1EC443165BA2}"/>
              </a:ext>
            </a:extLst>
          </p:cNvPr>
          <p:cNvSpPr/>
          <p:nvPr/>
        </p:nvSpPr>
        <p:spPr>
          <a:xfrm>
            <a:off x="4808653" y="1426751"/>
            <a:ext cx="230281" cy="231274"/>
          </a:xfrm>
          <a:prstGeom prst="rect">
            <a:avLst/>
          </a:prstGeom>
          <a:noFill/>
          <a:ln/>
        </p:spPr>
        <p:txBody>
          <a:bodyPr wrap="square" lIns="0" tIns="25400" rIns="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700">
                <a:solidFill>
                  <a:srgbClr val="FFFFFF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03</a:t>
            </a:r>
            <a:endParaRPr lang="en-US" sz="18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40" name="Text 3">
            <a:extLst>
              <a:ext uri="{FF2B5EF4-FFF2-40B4-BE49-F238E27FC236}">
                <a16:creationId xmlns:a16="http://schemas.microsoft.com/office/drawing/2014/main" id="{40A874F5-3BA6-BF5A-CF99-7176355C43DB}"/>
              </a:ext>
            </a:extLst>
          </p:cNvPr>
          <p:cNvSpPr/>
          <p:nvPr/>
        </p:nvSpPr>
        <p:spPr>
          <a:xfrm>
            <a:off x="7066305" y="1430293"/>
            <a:ext cx="230281" cy="231274"/>
          </a:xfrm>
          <a:prstGeom prst="rect">
            <a:avLst/>
          </a:prstGeom>
          <a:noFill/>
          <a:ln/>
        </p:spPr>
        <p:txBody>
          <a:bodyPr wrap="square" lIns="0" tIns="25400" rIns="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700">
                <a:solidFill>
                  <a:srgbClr val="FFFFFF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04</a:t>
            </a:r>
            <a:endParaRPr lang="en-US" sz="18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49" name="Google Shape;135;p7">
            <a:extLst>
              <a:ext uri="{FF2B5EF4-FFF2-40B4-BE49-F238E27FC236}">
                <a16:creationId xmlns:a16="http://schemas.microsoft.com/office/drawing/2014/main" id="{3112AF92-82D4-EF98-940B-A857F82630E3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tx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21</a:t>
            </a:fld>
            <a:endParaRPr lang="fr" sz="1000">
              <a:solidFill>
                <a:schemeClr val="tx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5B87EC86-7B85-3897-63AB-1E9785A92C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3322" r="1281" b="34605"/>
          <a:stretch>
            <a:fillRect/>
          </a:stretch>
        </p:blipFill>
        <p:spPr>
          <a:xfrm>
            <a:off x="-99" y="2951322"/>
            <a:ext cx="9144100" cy="1533459"/>
          </a:xfrm>
          <a:prstGeom prst="rect">
            <a:avLst/>
          </a:prstGeom>
        </p:spPr>
      </p:pic>
      <p:cxnSp>
        <p:nvCxnSpPr>
          <p:cNvPr id="42" name="Google Shape;597;p30">
            <a:extLst>
              <a:ext uri="{FF2B5EF4-FFF2-40B4-BE49-F238E27FC236}">
                <a16:creationId xmlns:a16="http://schemas.microsoft.com/office/drawing/2014/main" id="{AA27D081-5595-6E25-F7CF-7BC7D3AEF532}"/>
              </a:ext>
            </a:extLst>
          </p:cNvPr>
          <p:cNvCxnSpPr/>
          <p:nvPr/>
        </p:nvCxnSpPr>
        <p:spPr>
          <a:xfrm rot="10800000">
            <a:off x="0" y="4484781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" name="Google Shape;597;p30">
            <a:extLst>
              <a:ext uri="{FF2B5EF4-FFF2-40B4-BE49-F238E27FC236}">
                <a16:creationId xmlns:a16="http://schemas.microsoft.com/office/drawing/2014/main" id="{F2887F93-2F72-1422-7937-AA82729650EF}"/>
              </a:ext>
            </a:extLst>
          </p:cNvPr>
          <p:cNvCxnSpPr/>
          <p:nvPr/>
        </p:nvCxnSpPr>
        <p:spPr>
          <a:xfrm rot="10800000">
            <a:off x="-100" y="2951322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" name="Google Shape;597;p30">
            <a:extLst>
              <a:ext uri="{FF2B5EF4-FFF2-40B4-BE49-F238E27FC236}">
                <a16:creationId xmlns:a16="http://schemas.microsoft.com/office/drawing/2014/main" id="{11731055-40C8-2845-2B8D-024CE3707125}"/>
              </a:ext>
            </a:extLst>
          </p:cNvPr>
          <p:cNvCxnSpPr>
            <a:cxnSpLocks/>
          </p:cNvCxnSpPr>
          <p:nvPr/>
        </p:nvCxnSpPr>
        <p:spPr>
          <a:xfrm flipV="1">
            <a:off x="2254102" y="977237"/>
            <a:ext cx="0" cy="4166263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" name="Google Shape;597;p30">
            <a:extLst>
              <a:ext uri="{FF2B5EF4-FFF2-40B4-BE49-F238E27FC236}">
                <a16:creationId xmlns:a16="http://schemas.microsoft.com/office/drawing/2014/main" id="{B2ACBAB5-C303-1C69-6084-CECE8F9CC765}"/>
              </a:ext>
            </a:extLst>
          </p:cNvPr>
          <p:cNvCxnSpPr>
            <a:cxnSpLocks/>
          </p:cNvCxnSpPr>
          <p:nvPr/>
        </p:nvCxnSpPr>
        <p:spPr>
          <a:xfrm flipV="1">
            <a:off x="4462132" y="977237"/>
            <a:ext cx="0" cy="4166263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" name="Google Shape;597;p30">
            <a:extLst>
              <a:ext uri="{FF2B5EF4-FFF2-40B4-BE49-F238E27FC236}">
                <a16:creationId xmlns:a16="http://schemas.microsoft.com/office/drawing/2014/main" id="{92BD2170-F6CC-8C1E-705E-2EFE7187B6F2}"/>
              </a:ext>
            </a:extLst>
          </p:cNvPr>
          <p:cNvCxnSpPr>
            <a:cxnSpLocks/>
          </p:cNvCxnSpPr>
          <p:nvPr/>
        </p:nvCxnSpPr>
        <p:spPr>
          <a:xfrm flipV="1">
            <a:off x="6794206" y="977237"/>
            <a:ext cx="0" cy="4166263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55387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69C78-BD4F-A59E-87EF-AF235B515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>
            <a:extLst>
              <a:ext uri="{FF2B5EF4-FFF2-40B4-BE49-F238E27FC236}">
                <a16:creationId xmlns:a16="http://schemas.microsoft.com/office/drawing/2014/main" id="{A876B75B-E0CE-68B0-9D8A-02234C57F7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322" r="1281" b="34605"/>
          <a:stretch>
            <a:fillRect/>
          </a:stretch>
        </p:blipFill>
        <p:spPr>
          <a:xfrm>
            <a:off x="-99" y="2951322"/>
            <a:ext cx="9144100" cy="1533459"/>
          </a:xfrm>
          <a:prstGeom prst="rect">
            <a:avLst/>
          </a:prstGeom>
        </p:spPr>
      </p:pic>
      <p:cxnSp>
        <p:nvCxnSpPr>
          <p:cNvPr id="3" name="Google Shape;597;p30">
            <a:extLst>
              <a:ext uri="{FF2B5EF4-FFF2-40B4-BE49-F238E27FC236}">
                <a16:creationId xmlns:a16="http://schemas.microsoft.com/office/drawing/2014/main" id="{C2689ADB-77F2-169D-F859-000AB0212701}"/>
              </a:ext>
            </a:extLst>
          </p:cNvPr>
          <p:cNvCxnSpPr/>
          <p:nvPr/>
        </p:nvCxnSpPr>
        <p:spPr>
          <a:xfrm rot="10800000">
            <a:off x="0" y="977238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523;p27">
            <a:extLst>
              <a:ext uri="{FF2B5EF4-FFF2-40B4-BE49-F238E27FC236}">
                <a16:creationId xmlns:a16="http://schemas.microsoft.com/office/drawing/2014/main" id="{060EBF96-E4F4-FA5E-4038-1A09489AD32C}"/>
              </a:ext>
            </a:extLst>
          </p:cNvPr>
          <p:cNvSpPr txBox="1"/>
          <p:nvPr/>
        </p:nvSpPr>
        <p:spPr>
          <a:xfrm>
            <a:off x="143900" y="173799"/>
            <a:ext cx="88560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Lorem ipsum </a:t>
            </a:r>
            <a:r>
              <a:rPr lang="fr" sz="2300" err="1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dolor</a:t>
            </a:r>
            <a: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 </a:t>
            </a:r>
            <a:r>
              <a:rPr lang="fr" sz="2300" err="1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sit</a:t>
            </a:r>
            <a: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 </a:t>
            </a:r>
            <a:r>
              <a:rPr lang="fr" sz="2300" err="1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amet</a:t>
            </a:r>
            <a:b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</a:br>
            <a:r>
              <a:rPr lang="fr" sz="2300" err="1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consectetur</a:t>
            </a:r>
            <a:endParaRPr sz="2300">
              <a:solidFill>
                <a:schemeClr val="dk1"/>
              </a:solidFill>
              <a:latin typeface="Ufficio 300" pitchFamily="2" charset="0"/>
              <a:ea typeface="Geist"/>
              <a:cs typeface="Geist"/>
              <a:sym typeface="Geist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C3EA12FD-9607-6AA4-0A2A-B9812097E5A9}"/>
              </a:ext>
            </a:extLst>
          </p:cNvPr>
          <p:cNvSpPr/>
          <p:nvPr/>
        </p:nvSpPr>
        <p:spPr>
          <a:xfrm>
            <a:off x="315519" y="1395312"/>
            <a:ext cx="336685" cy="250665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6D6F1DE-AE72-50BD-D17A-32EC19D0CB1E}"/>
              </a:ext>
            </a:extLst>
          </p:cNvPr>
          <p:cNvSpPr/>
          <p:nvPr/>
        </p:nvSpPr>
        <p:spPr>
          <a:xfrm>
            <a:off x="382771" y="1432304"/>
            <a:ext cx="230281" cy="231274"/>
          </a:xfrm>
          <a:prstGeom prst="rect">
            <a:avLst/>
          </a:prstGeom>
          <a:noFill/>
          <a:ln/>
        </p:spPr>
        <p:txBody>
          <a:bodyPr wrap="square" lIns="0" tIns="25400" rIns="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700">
                <a:solidFill>
                  <a:srgbClr val="FFFFFF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01</a:t>
            </a:r>
            <a:endParaRPr lang="en-US" sz="18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90C2CA4-461C-5868-1F04-B65DB2D2ABE8}"/>
              </a:ext>
            </a:extLst>
          </p:cNvPr>
          <p:cNvSpPr/>
          <p:nvPr/>
        </p:nvSpPr>
        <p:spPr>
          <a:xfrm>
            <a:off x="315520" y="1790042"/>
            <a:ext cx="1938582" cy="300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2550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Title example</a:t>
            </a:r>
            <a:endParaRPr lang="en-US" sz="255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0E5DCCC-C7BF-6EC6-420D-FFE984926A25}"/>
              </a:ext>
            </a:extLst>
          </p:cNvPr>
          <p:cNvSpPr/>
          <p:nvPr/>
        </p:nvSpPr>
        <p:spPr>
          <a:xfrm>
            <a:off x="315519" y="2094164"/>
            <a:ext cx="1815217" cy="777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Ut enim ad minim veniam, quis nostrud exercitation ullamco laboris nisi ut aliquip.</a:t>
            </a:r>
            <a:endParaRPr lang="en-US" sz="2025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76507113-BBBB-0849-800C-F77587F4A764}"/>
              </a:ext>
            </a:extLst>
          </p:cNvPr>
          <p:cNvSpPr/>
          <p:nvPr/>
        </p:nvSpPr>
        <p:spPr>
          <a:xfrm>
            <a:off x="2541270" y="1391989"/>
            <a:ext cx="336685" cy="250665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570F1961-C767-2C75-0868-ADECD3D8A3BB}"/>
              </a:ext>
            </a:extLst>
          </p:cNvPr>
          <p:cNvSpPr/>
          <p:nvPr/>
        </p:nvSpPr>
        <p:spPr>
          <a:xfrm>
            <a:off x="2541271" y="1786719"/>
            <a:ext cx="1938582" cy="300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2550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Title example</a:t>
            </a:r>
            <a:endParaRPr lang="en-US" sz="255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89E37FB8-6982-3145-377C-73C57A1EC276}"/>
              </a:ext>
            </a:extLst>
          </p:cNvPr>
          <p:cNvSpPr/>
          <p:nvPr/>
        </p:nvSpPr>
        <p:spPr>
          <a:xfrm>
            <a:off x="2541270" y="2090841"/>
            <a:ext cx="1815217" cy="777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Ut enim ad minim veniam, quis nostrud exercitation ullamco laboris nisi ut aliquip.</a:t>
            </a:r>
            <a:endParaRPr lang="en-US" sz="2025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1BB20E86-FCD6-E8F1-931A-9E0E099F5FC5}"/>
              </a:ext>
            </a:extLst>
          </p:cNvPr>
          <p:cNvSpPr/>
          <p:nvPr/>
        </p:nvSpPr>
        <p:spPr>
          <a:xfrm>
            <a:off x="4759759" y="1398635"/>
            <a:ext cx="336685" cy="250665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C1EBE6EC-B991-EA08-B442-B01542EFFB43}"/>
              </a:ext>
            </a:extLst>
          </p:cNvPr>
          <p:cNvSpPr/>
          <p:nvPr/>
        </p:nvSpPr>
        <p:spPr>
          <a:xfrm>
            <a:off x="4759760" y="1793365"/>
            <a:ext cx="1938582" cy="300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2550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Title example</a:t>
            </a:r>
            <a:endParaRPr lang="en-US" sz="255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0DDBB046-87CE-188C-47A9-E0DEFA4B7E02}"/>
              </a:ext>
            </a:extLst>
          </p:cNvPr>
          <p:cNvSpPr/>
          <p:nvPr/>
        </p:nvSpPr>
        <p:spPr>
          <a:xfrm>
            <a:off x="4759759" y="2097487"/>
            <a:ext cx="1815217" cy="777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Ut enim ad minim veniam, quis nostrud exercitation ullamco laboris nisi ut aliquip.</a:t>
            </a:r>
            <a:endParaRPr lang="en-US" sz="2025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522FCD56-A21D-300A-158F-03E575679834}"/>
              </a:ext>
            </a:extLst>
          </p:cNvPr>
          <p:cNvSpPr/>
          <p:nvPr/>
        </p:nvSpPr>
        <p:spPr>
          <a:xfrm>
            <a:off x="7012379" y="1391989"/>
            <a:ext cx="336685" cy="250665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7FBC2189-03EF-70BC-D92F-C0EB5D144239}"/>
              </a:ext>
            </a:extLst>
          </p:cNvPr>
          <p:cNvSpPr/>
          <p:nvPr/>
        </p:nvSpPr>
        <p:spPr>
          <a:xfrm>
            <a:off x="7012380" y="1786719"/>
            <a:ext cx="1938582" cy="300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2550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Title example</a:t>
            </a:r>
            <a:endParaRPr lang="en-US" sz="255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AE3B9709-8323-EF31-04FF-E76A2A9339EE}"/>
              </a:ext>
            </a:extLst>
          </p:cNvPr>
          <p:cNvSpPr/>
          <p:nvPr/>
        </p:nvSpPr>
        <p:spPr>
          <a:xfrm>
            <a:off x="7012379" y="2090841"/>
            <a:ext cx="1815217" cy="777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0645"/>
              </a:lnSpc>
              <a:buNone/>
            </a:pPr>
            <a:r>
              <a:rPr lang="en-US" sz="2025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Ut enim ad minim veniam, quis nostrud exercitation ullamco laboris nisi ut aliquip.</a:t>
            </a:r>
            <a:endParaRPr lang="en-US" sz="2025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8" name="Text 3">
            <a:extLst>
              <a:ext uri="{FF2B5EF4-FFF2-40B4-BE49-F238E27FC236}">
                <a16:creationId xmlns:a16="http://schemas.microsoft.com/office/drawing/2014/main" id="{5E1AC8A8-EA80-4322-3C8D-E8514CC00F8B}"/>
              </a:ext>
            </a:extLst>
          </p:cNvPr>
          <p:cNvSpPr/>
          <p:nvPr/>
        </p:nvSpPr>
        <p:spPr>
          <a:xfrm>
            <a:off x="2590841" y="1435627"/>
            <a:ext cx="230281" cy="231274"/>
          </a:xfrm>
          <a:prstGeom prst="rect">
            <a:avLst/>
          </a:prstGeom>
          <a:noFill/>
          <a:ln/>
        </p:spPr>
        <p:txBody>
          <a:bodyPr wrap="square" lIns="0" tIns="25400" rIns="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700">
                <a:solidFill>
                  <a:srgbClr val="FFFFFF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02</a:t>
            </a:r>
            <a:endParaRPr lang="en-US" sz="18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9" name="Text 3">
            <a:extLst>
              <a:ext uri="{FF2B5EF4-FFF2-40B4-BE49-F238E27FC236}">
                <a16:creationId xmlns:a16="http://schemas.microsoft.com/office/drawing/2014/main" id="{CB45D81E-A7F2-89DA-A266-6CB02CEE933A}"/>
              </a:ext>
            </a:extLst>
          </p:cNvPr>
          <p:cNvSpPr/>
          <p:nvPr/>
        </p:nvSpPr>
        <p:spPr>
          <a:xfrm>
            <a:off x="4808653" y="1426751"/>
            <a:ext cx="230281" cy="231274"/>
          </a:xfrm>
          <a:prstGeom prst="rect">
            <a:avLst/>
          </a:prstGeom>
          <a:noFill/>
          <a:ln/>
        </p:spPr>
        <p:txBody>
          <a:bodyPr wrap="square" lIns="0" tIns="25400" rIns="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700">
                <a:solidFill>
                  <a:srgbClr val="FFFFFF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03</a:t>
            </a:r>
            <a:endParaRPr lang="en-US" sz="18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40" name="Text 3">
            <a:extLst>
              <a:ext uri="{FF2B5EF4-FFF2-40B4-BE49-F238E27FC236}">
                <a16:creationId xmlns:a16="http://schemas.microsoft.com/office/drawing/2014/main" id="{1989842F-EBBA-7759-50B9-6ED1F607DE0B}"/>
              </a:ext>
            </a:extLst>
          </p:cNvPr>
          <p:cNvSpPr/>
          <p:nvPr/>
        </p:nvSpPr>
        <p:spPr>
          <a:xfrm>
            <a:off x="7066305" y="1430293"/>
            <a:ext cx="230281" cy="231274"/>
          </a:xfrm>
          <a:prstGeom prst="rect">
            <a:avLst/>
          </a:prstGeom>
          <a:noFill/>
          <a:ln/>
        </p:spPr>
        <p:txBody>
          <a:bodyPr wrap="square" lIns="0" tIns="25400" rIns="0" bIns="25400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700">
                <a:solidFill>
                  <a:srgbClr val="FFFFFF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04</a:t>
            </a:r>
            <a:endParaRPr lang="en-US" sz="18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cxnSp>
        <p:nvCxnSpPr>
          <p:cNvPr id="41" name="Google Shape;597;p30">
            <a:extLst>
              <a:ext uri="{FF2B5EF4-FFF2-40B4-BE49-F238E27FC236}">
                <a16:creationId xmlns:a16="http://schemas.microsoft.com/office/drawing/2014/main" id="{A066715D-0207-89B4-33DA-F0D3032F5DB8}"/>
              </a:ext>
            </a:extLst>
          </p:cNvPr>
          <p:cNvCxnSpPr/>
          <p:nvPr/>
        </p:nvCxnSpPr>
        <p:spPr>
          <a:xfrm rot="10800000">
            <a:off x="-100" y="2951322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" name="Google Shape;597;p30">
            <a:extLst>
              <a:ext uri="{FF2B5EF4-FFF2-40B4-BE49-F238E27FC236}">
                <a16:creationId xmlns:a16="http://schemas.microsoft.com/office/drawing/2014/main" id="{3A958975-AC0C-9D97-513C-7A4A01C4276C}"/>
              </a:ext>
            </a:extLst>
          </p:cNvPr>
          <p:cNvCxnSpPr/>
          <p:nvPr/>
        </p:nvCxnSpPr>
        <p:spPr>
          <a:xfrm rot="10800000">
            <a:off x="0" y="4484781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" name="Google Shape;597;p30">
            <a:extLst>
              <a:ext uri="{FF2B5EF4-FFF2-40B4-BE49-F238E27FC236}">
                <a16:creationId xmlns:a16="http://schemas.microsoft.com/office/drawing/2014/main" id="{3B2A7C76-6101-11A7-CF44-45245E606DD1}"/>
              </a:ext>
            </a:extLst>
          </p:cNvPr>
          <p:cNvCxnSpPr>
            <a:cxnSpLocks/>
          </p:cNvCxnSpPr>
          <p:nvPr/>
        </p:nvCxnSpPr>
        <p:spPr>
          <a:xfrm flipV="1">
            <a:off x="2254102" y="977237"/>
            <a:ext cx="0" cy="4166263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" name="Google Shape;597;p30">
            <a:extLst>
              <a:ext uri="{FF2B5EF4-FFF2-40B4-BE49-F238E27FC236}">
                <a16:creationId xmlns:a16="http://schemas.microsoft.com/office/drawing/2014/main" id="{75EAC08C-2AFB-F24E-F8BC-0B0276FC216D}"/>
              </a:ext>
            </a:extLst>
          </p:cNvPr>
          <p:cNvCxnSpPr>
            <a:cxnSpLocks/>
          </p:cNvCxnSpPr>
          <p:nvPr/>
        </p:nvCxnSpPr>
        <p:spPr>
          <a:xfrm flipV="1">
            <a:off x="4462132" y="977237"/>
            <a:ext cx="0" cy="4166263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" name="Google Shape;597;p30">
            <a:extLst>
              <a:ext uri="{FF2B5EF4-FFF2-40B4-BE49-F238E27FC236}">
                <a16:creationId xmlns:a16="http://schemas.microsoft.com/office/drawing/2014/main" id="{D2A572A9-024E-3003-D6C4-5D5228FA76BB}"/>
              </a:ext>
            </a:extLst>
          </p:cNvPr>
          <p:cNvCxnSpPr>
            <a:cxnSpLocks/>
          </p:cNvCxnSpPr>
          <p:nvPr/>
        </p:nvCxnSpPr>
        <p:spPr>
          <a:xfrm flipV="1">
            <a:off x="6794206" y="977237"/>
            <a:ext cx="0" cy="4166263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" name="Google Shape;597;p30">
            <a:extLst>
              <a:ext uri="{FF2B5EF4-FFF2-40B4-BE49-F238E27FC236}">
                <a16:creationId xmlns:a16="http://schemas.microsoft.com/office/drawing/2014/main" id="{A8E61143-67F9-98CA-005B-7C31D07213AF}"/>
              </a:ext>
            </a:extLst>
          </p:cNvPr>
          <p:cNvCxnSpPr>
            <a:cxnSpLocks/>
          </p:cNvCxnSpPr>
          <p:nvPr/>
        </p:nvCxnSpPr>
        <p:spPr>
          <a:xfrm flipV="1">
            <a:off x="2353339" y="977237"/>
            <a:ext cx="0" cy="4166263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" name="Google Shape;597;p30">
            <a:extLst>
              <a:ext uri="{FF2B5EF4-FFF2-40B4-BE49-F238E27FC236}">
                <a16:creationId xmlns:a16="http://schemas.microsoft.com/office/drawing/2014/main" id="{7A2264B6-44D6-5245-24C4-98ACA8291E61}"/>
              </a:ext>
            </a:extLst>
          </p:cNvPr>
          <p:cNvCxnSpPr>
            <a:cxnSpLocks/>
          </p:cNvCxnSpPr>
          <p:nvPr/>
        </p:nvCxnSpPr>
        <p:spPr>
          <a:xfrm flipV="1">
            <a:off x="4572000" y="977237"/>
            <a:ext cx="0" cy="4166263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" name="Google Shape;597;p30">
            <a:extLst>
              <a:ext uri="{FF2B5EF4-FFF2-40B4-BE49-F238E27FC236}">
                <a16:creationId xmlns:a16="http://schemas.microsoft.com/office/drawing/2014/main" id="{96CD6387-0A39-37EB-DF31-AF6DC9ACB3EB}"/>
              </a:ext>
            </a:extLst>
          </p:cNvPr>
          <p:cNvCxnSpPr>
            <a:cxnSpLocks/>
          </p:cNvCxnSpPr>
          <p:nvPr/>
        </p:nvCxnSpPr>
        <p:spPr>
          <a:xfrm flipV="1">
            <a:off x="6904074" y="977237"/>
            <a:ext cx="0" cy="4166263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Google Shape;135;p7">
            <a:extLst>
              <a:ext uri="{FF2B5EF4-FFF2-40B4-BE49-F238E27FC236}">
                <a16:creationId xmlns:a16="http://schemas.microsoft.com/office/drawing/2014/main" id="{4A9C0621-9459-F908-4007-549DA7C3E9DF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tx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22</a:t>
            </a:fld>
            <a:endParaRPr lang="fr" sz="1000">
              <a:solidFill>
                <a:schemeClr val="tx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473743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8" name="Google Shape;678;p33"/>
          <p:cNvCxnSpPr/>
          <p:nvPr/>
        </p:nvCxnSpPr>
        <p:spPr>
          <a:xfrm rot="10800000">
            <a:off x="0" y="977238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9" name="Google Shape;679;p33"/>
          <p:cNvSpPr txBox="1"/>
          <p:nvPr/>
        </p:nvSpPr>
        <p:spPr>
          <a:xfrm>
            <a:off x="180000" y="2133575"/>
            <a:ext cx="2054100" cy="24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quis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nostrud exercitation ullamco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laboris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nisi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ut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aliquip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ex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ea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commodo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consequat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 Duis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aute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irure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dolor in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reprehenderit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in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voluptate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velit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esse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cillum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dolore eu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fugiat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nulla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pariatur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</a:t>
            </a:r>
            <a:endParaRPr sz="12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680" name="Google Shape;680;p33"/>
          <p:cNvSpPr txBox="1"/>
          <p:nvPr/>
        </p:nvSpPr>
        <p:spPr>
          <a:xfrm>
            <a:off x="180000" y="1774500"/>
            <a:ext cx="2205000" cy="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Title example</a:t>
            </a:r>
            <a:endParaRPr sz="1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681" name="Google Shape;681;p33"/>
          <p:cNvSpPr/>
          <p:nvPr/>
        </p:nvSpPr>
        <p:spPr>
          <a:xfrm>
            <a:off x="179988" y="977253"/>
            <a:ext cx="199500" cy="194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Geist Light"/>
                <a:ea typeface="Geist Light"/>
                <a:cs typeface="Geist Light"/>
                <a:sym typeface="Geist Light"/>
              </a:rPr>
              <a:t>01</a:t>
            </a:r>
            <a:endParaRPr sz="1200">
              <a:latin typeface="Geist Light"/>
              <a:ea typeface="Geist Light"/>
              <a:cs typeface="Geist Light"/>
              <a:sym typeface="Geist Light"/>
            </a:endParaRPr>
          </a:p>
        </p:txBody>
      </p:sp>
      <p:sp>
        <p:nvSpPr>
          <p:cNvPr id="683" name="Google Shape;683;p33"/>
          <p:cNvSpPr txBox="1"/>
          <p:nvPr/>
        </p:nvSpPr>
        <p:spPr>
          <a:xfrm>
            <a:off x="2385000" y="2133575"/>
            <a:ext cx="2054100" cy="24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quis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nostrud exercitation ullamco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laboris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nisi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ut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aliquip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ex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ea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commodo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consequat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 Duis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aute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irure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dolor in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reprehenderit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in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voluptate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velit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esse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cillum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dolore eu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fugiat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nulla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pariatur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</a:t>
            </a:r>
            <a:endParaRPr sz="12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684" name="Google Shape;684;p33"/>
          <p:cNvSpPr txBox="1"/>
          <p:nvPr/>
        </p:nvSpPr>
        <p:spPr>
          <a:xfrm>
            <a:off x="2385000" y="1774500"/>
            <a:ext cx="2205000" cy="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Title example</a:t>
            </a:r>
            <a:endParaRPr sz="1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685" name="Google Shape;685;p33"/>
          <p:cNvSpPr/>
          <p:nvPr/>
        </p:nvSpPr>
        <p:spPr>
          <a:xfrm>
            <a:off x="2384988" y="977253"/>
            <a:ext cx="199500" cy="194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Geist Light"/>
                <a:ea typeface="Geist Light"/>
                <a:cs typeface="Geist Light"/>
                <a:sym typeface="Geist Light"/>
              </a:rPr>
              <a:t>02</a:t>
            </a:r>
            <a:endParaRPr sz="1200">
              <a:latin typeface="Geist Light"/>
              <a:ea typeface="Geist Light"/>
              <a:cs typeface="Geist Light"/>
              <a:sym typeface="Geist Light"/>
            </a:endParaRPr>
          </a:p>
        </p:txBody>
      </p:sp>
      <p:sp>
        <p:nvSpPr>
          <p:cNvPr id="686" name="Google Shape;686;p33"/>
          <p:cNvSpPr txBox="1"/>
          <p:nvPr/>
        </p:nvSpPr>
        <p:spPr>
          <a:xfrm>
            <a:off x="4572000" y="2133575"/>
            <a:ext cx="2054100" cy="24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quis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nostrud exercitation ullamco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laboris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nisi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ut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aliquip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ex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ea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commodo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consequat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 Duis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aute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irure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dolor in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reprehenderit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in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voluptate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velit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esse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cillum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dolore eu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fugiat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nulla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pariatur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</a:t>
            </a:r>
            <a:endParaRPr sz="12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687" name="Google Shape;687;p33"/>
          <p:cNvSpPr txBox="1"/>
          <p:nvPr/>
        </p:nvSpPr>
        <p:spPr>
          <a:xfrm>
            <a:off x="4572000" y="1774500"/>
            <a:ext cx="2205000" cy="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Title example</a:t>
            </a:r>
            <a:endParaRPr sz="1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688" name="Google Shape;688;p33"/>
          <p:cNvSpPr/>
          <p:nvPr/>
        </p:nvSpPr>
        <p:spPr>
          <a:xfrm>
            <a:off x="4571988" y="977253"/>
            <a:ext cx="199500" cy="194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Geist Light"/>
                <a:ea typeface="Geist Light"/>
                <a:cs typeface="Geist Light"/>
                <a:sym typeface="Geist Light"/>
              </a:rPr>
              <a:t>03</a:t>
            </a:r>
            <a:endParaRPr sz="1200">
              <a:latin typeface="Geist Light"/>
              <a:ea typeface="Geist Light"/>
              <a:cs typeface="Geist Light"/>
              <a:sym typeface="Geist Light"/>
            </a:endParaRPr>
          </a:p>
        </p:txBody>
      </p:sp>
      <p:sp>
        <p:nvSpPr>
          <p:cNvPr id="689" name="Google Shape;689;p33"/>
          <p:cNvSpPr txBox="1"/>
          <p:nvPr/>
        </p:nvSpPr>
        <p:spPr>
          <a:xfrm>
            <a:off x="6795000" y="2133575"/>
            <a:ext cx="2054100" cy="24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quis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nostrud exercitation ullamco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laboris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nisi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ut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aliquip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ex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ea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commodo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consequat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 Duis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aute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irure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dolor in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reprehenderit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in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voluptate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velit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esse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cillum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dolore eu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fugiat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nulla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pariatur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</a:t>
            </a:r>
            <a:endParaRPr sz="12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690" name="Google Shape;690;p33"/>
          <p:cNvSpPr txBox="1"/>
          <p:nvPr/>
        </p:nvSpPr>
        <p:spPr>
          <a:xfrm>
            <a:off x="6795000" y="1774500"/>
            <a:ext cx="2205000" cy="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Title example</a:t>
            </a:r>
            <a:endParaRPr sz="1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691" name="Google Shape;691;p33"/>
          <p:cNvSpPr/>
          <p:nvPr/>
        </p:nvSpPr>
        <p:spPr>
          <a:xfrm>
            <a:off x="6794988" y="977253"/>
            <a:ext cx="199500" cy="194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Geist Light"/>
                <a:ea typeface="Geist Light"/>
                <a:cs typeface="Geist Light"/>
                <a:sym typeface="Geist Light"/>
              </a:rPr>
              <a:t>04</a:t>
            </a:r>
            <a:endParaRPr sz="1200">
              <a:latin typeface="Geist Light"/>
              <a:ea typeface="Geist Light"/>
              <a:cs typeface="Geist Light"/>
              <a:sym typeface="Geist Light"/>
            </a:endParaRPr>
          </a:p>
        </p:txBody>
      </p:sp>
      <p:sp>
        <p:nvSpPr>
          <p:cNvPr id="3" name="Google Shape;185;p9">
            <a:extLst>
              <a:ext uri="{FF2B5EF4-FFF2-40B4-BE49-F238E27FC236}">
                <a16:creationId xmlns:a16="http://schemas.microsoft.com/office/drawing/2014/main" id="{77B72F93-2A3A-0C7A-9B39-86E751F293B0}"/>
              </a:ext>
            </a:extLst>
          </p:cNvPr>
          <p:cNvSpPr txBox="1"/>
          <p:nvPr/>
        </p:nvSpPr>
        <p:spPr>
          <a:xfrm>
            <a:off x="295835" y="183355"/>
            <a:ext cx="7253652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Lorem ipsum dolor sit </a:t>
            </a:r>
            <a:b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</a:br>
            <a: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amet </a:t>
            </a:r>
            <a:r>
              <a:rPr lang="fr" sz="24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consectetur</a:t>
            </a:r>
            <a:endParaRPr sz="2300">
              <a:solidFill>
                <a:schemeClr val="dk1"/>
              </a:solidFill>
              <a:latin typeface="Ufficio 300" pitchFamily="2" charset="0"/>
              <a:ea typeface="Geist"/>
              <a:cs typeface="Geist"/>
              <a:sym typeface="Geist"/>
            </a:endParaRPr>
          </a:p>
        </p:txBody>
      </p:sp>
      <p:sp>
        <p:nvSpPr>
          <p:cNvPr id="2" name="Google Shape;135;p7">
            <a:extLst>
              <a:ext uri="{FF2B5EF4-FFF2-40B4-BE49-F238E27FC236}">
                <a16:creationId xmlns:a16="http://schemas.microsoft.com/office/drawing/2014/main" id="{A10A8A4B-6E1F-6D6E-293D-4F4B61B50AD1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tx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23</a:t>
            </a:fld>
            <a:endParaRPr lang="fr" sz="1000">
              <a:solidFill>
                <a:schemeClr val="tx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670">
          <a:extLst>
            <a:ext uri="{FF2B5EF4-FFF2-40B4-BE49-F238E27FC236}">
              <a16:creationId xmlns:a16="http://schemas.microsoft.com/office/drawing/2014/main" id="{75A9751D-E7E4-5646-D5F2-61709F79E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8" name="Google Shape;678;p33">
            <a:extLst>
              <a:ext uri="{FF2B5EF4-FFF2-40B4-BE49-F238E27FC236}">
                <a16:creationId xmlns:a16="http://schemas.microsoft.com/office/drawing/2014/main" id="{3ABFEC1B-67FD-458A-54F3-37C5E950635E}"/>
              </a:ext>
            </a:extLst>
          </p:cNvPr>
          <p:cNvCxnSpPr/>
          <p:nvPr/>
        </p:nvCxnSpPr>
        <p:spPr>
          <a:xfrm rot="10800000">
            <a:off x="0" y="977238"/>
            <a:ext cx="9144000" cy="0"/>
          </a:xfrm>
          <a:prstGeom prst="straightConnector1">
            <a:avLst/>
          </a:prstGeom>
          <a:noFill/>
          <a:ln w="63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9" name="Google Shape;679;p33">
            <a:extLst>
              <a:ext uri="{FF2B5EF4-FFF2-40B4-BE49-F238E27FC236}">
                <a16:creationId xmlns:a16="http://schemas.microsoft.com/office/drawing/2014/main" id="{8B492023-1AC9-3879-5D60-EFDF2C726EEA}"/>
              </a:ext>
            </a:extLst>
          </p:cNvPr>
          <p:cNvSpPr txBox="1"/>
          <p:nvPr/>
        </p:nvSpPr>
        <p:spPr>
          <a:xfrm>
            <a:off x="180000" y="2133575"/>
            <a:ext cx="2054100" cy="24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quis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nostrud exercitation ullamco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laboris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nisi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ut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aliquip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ex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ea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commodo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consequat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 Duis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aute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irure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dolor in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reprehenderit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in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voluptate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velit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esse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cillum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dolore eu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fugiat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nulla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pariatur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</a:t>
            </a:r>
            <a:endParaRPr sz="12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680" name="Google Shape;680;p33">
            <a:extLst>
              <a:ext uri="{FF2B5EF4-FFF2-40B4-BE49-F238E27FC236}">
                <a16:creationId xmlns:a16="http://schemas.microsoft.com/office/drawing/2014/main" id="{7299866A-5104-44E5-88B8-757EA52834A7}"/>
              </a:ext>
            </a:extLst>
          </p:cNvPr>
          <p:cNvSpPr txBox="1"/>
          <p:nvPr/>
        </p:nvSpPr>
        <p:spPr>
          <a:xfrm>
            <a:off x="180000" y="1774500"/>
            <a:ext cx="2205000" cy="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Title example</a:t>
            </a:r>
            <a:endParaRPr sz="1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681" name="Google Shape;681;p33">
            <a:extLst>
              <a:ext uri="{FF2B5EF4-FFF2-40B4-BE49-F238E27FC236}">
                <a16:creationId xmlns:a16="http://schemas.microsoft.com/office/drawing/2014/main" id="{BB20217B-0C2B-515E-9CA4-19F216CCD94B}"/>
              </a:ext>
            </a:extLst>
          </p:cNvPr>
          <p:cNvSpPr/>
          <p:nvPr/>
        </p:nvSpPr>
        <p:spPr>
          <a:xfrm>
            <a:off x="179988" y="977253"/>
            <a:ext cx="199500" cy="194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Geist Light"/>
                <a:ea typeface="Geist Light"/>
                <a:cs typeface="Geist Light"/>
                <a:sym typeface="Geist Light"/>
              </a:rPr>
              <a:t>01</a:t>
            </a:r>
            <a:endParaRPr sz="1200">
              <a:latin typeface="Geist Light"/>
              <a:ea typeface="Geist Light"/>
              <a:cs typeface="Geist Light"/>
              <a:sym typeface="Geist Light"/>
            </a:endParaRPr>
          </a:p>
        </p:txBody>
      </p:sp>
      <p:sp>
        <p:nvSpPr>
          <p:cNvPr id="683" name="Google Shape;683;p33">
            <a:extLst>
              <a:ext uri="{FF2B5EF4-FFF2-40B4-BE49-F238E27FC236}">
                <a16:creationId xmlns:a16="http://schemas.microsoft.com/office/drawing/2014/main" id="{69BB5B75-D0B0-41C0-FB0A-384B2CC67BEE}"/>
              </a:ext>
            </a:extLst>
          </p:cNvPr>
          <p:cNvSpPr txBox="1"/>
          <p:nvPr/>
        </p:nvSpPr>
        <p:spPr>
          <a:xfrm>
            <a:off x="2385000" y="2133575"/>
            <a:ext cx="2054100" cy="24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quis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nostrud exercitation ullamco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laboris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nisi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ut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aliquip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ex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ea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commodo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consequat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 Duis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aute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irure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dolor in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reprehenderit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in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voluptate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velit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esse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cillum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dolore eu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fugiat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nulla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pariatur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</a:t>
            </a:r>
            <a:endParaRPr sz="12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684" name="Google Shape;684;p33">
            <a:extLst>
              <a:ext uri="{FF2B5EF4-FFF2-40B4-BE49-F238E27FC236}">
                <a16:creationId xmlns:a16="http://schemas.microsoft.com/office/drawing/2014/main" id="{4A50E264-D93A-9902-39E2-E512D864D521}"/>
              </a:ext>
            </a:extLst>
          </p:cNvPr>
          <p:cNvSpPr txBox="1"/>
          <p:nvPr/>
        </p:nvSpPr>
        <p:spPr>
          <a:xfrm>
            <a:off x="2385000" y="1774500"/>
            <a:ext cx="2205000" cy="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Title example</a:t>
            </a:r>
            <a:endParaRPr sz="1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685" name="Google Shape;685;p33">
            <a:extLst>
              <a:ext uri="{FF2B5EF4-FFF2-40B4-BE49-F238E27FC236}">
                <a16:creationId xmlns:a16="http://schemas.microsoft.com/office/drawing/2014/main" id="{EF57FE48-4903-3C4F-71CD-210380D8A808}"/>
              </a:ext>
            </a:extLst>
          </p:cNvPr>
          <p:cNvSpPr/>
          <p:nvPr/>
        </p:nvSpPr>
        <p:spPr>
          <a:xfrm>
            <a:off x="2384988" y="977253"/>
            <a:ext cx="199500" cy="194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Geist Light"/>
                <a:ea typeface="Geist Light"/>
                <a:cs typeface="Geist Light"/>
                <a:sym typeface="Geist Light"/>
              </a:rPr>
              <a:t>02</a:t>
            </a:r>
            <a:endParaRPr sz="1200">
              <a:latin typeface="Geist Light"/>
              <a:ea typeface="Geist Light"/>
              <a:cs typeface="Geist Light"/>
              <a:sym typeface="Geist Light"/>
            </a:endParaRPr>
          </a:p>
        </p:txBody>
      </p:sp>
      <p:sp>
        <p:nvSpPr>
          <p:cNvPr id="686" name="Google Shape;686;p33">
            <a:extLst>
              <a:ext uri="{FF2B5EF4-FFF2-40B4-BE49-F238E27FC236}">
                <a16:creationId xmlns:a16="http://schemas.microsoft.com/office/drawing/2014/main" id="{5C282187-267D-B965-FCF2-09CD5E8EE22C}"/>
              </a:ext>
            </a:extLst>
          </p:cNvPr>
          <p:cNvSpPr txBox="1"/>
          <p:nvPr/>
        </p:nvSpPr>
        <p:spPr>
          <a:xfrm>
            <a:off x="4572000" y="2133575"/>
            <a:ext cx="2054100" cy="24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quis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nostrud exercitation ullamco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laboris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nisi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ut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aliquip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ex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ea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commodo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consequat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 Duis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aute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irure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dolor in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reprehenderit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in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voluptate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velit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esse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cillum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dolore eu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fugiat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nulla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pariatur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</a:t>
            </a:r>
            <a:endParaRPr sz="12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687" name="Google Shape;687;p33">
            <a:extLst>
              <a:ext uri="{FF2B5EF4-FFF2-40B4-BE49-F238E27FC236}">
                <a16:creationId xmlns:a16="http://schemas.microsoft.com/office/drawing/2014/main" id="{B8AE6120-58DA-80E5-197B-56DDC70AC8A9}"/>
              </a:ext>
            </a:extLst>
          </p:cNvPr>
          <p:cNvSpPr txBox="1"/>
          <p:nvPr/>
        </p:nvSpPr>
        <p:spPr>
          <a:xfrm>
            <a:off x="4572000" y="1774500"/>
            <a:ext cx="2205000" cy="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Title example</a:t>
            </a:r>
            <a:endParaRPr sz="1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688" name="Google Shape;688;p33">
            <a:extLst>
              <a:ext uri="{FF2B5EF4-FFF2-40B4-BE49-F238E27FC236}">
                <a16:creationId xmlns:a16="http://schemas.microsoft.com/office/drawing/2014/main" id="{46CCBE72-2210-8191-172A-D39D4CB3B560}"/>
              </a:ext>
            </a:extLst>
          </p:cNvPr>
          <p:cNvSpPr/>
          <p:nvPr/>
        </p:nvSpPr>
        <p:spPr>
          <a:xfrm>
            <a:off x="4571988" y="977253"/>
            <a:ext cx="199500" cy="194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Geist Light"/>
                <a:ea typeface="Geist Light"/>
                <a:cs typeface="Geist Light"/>
                <a:sym typeface="Geist Light"/>
              </a:rPr>
              <a:t>03</a:t>
            </a:r>
            <a:endParaRPr sz="1200">
              <a:latin typeface="Geist Light"/>
              <a:ea typeface="Geist Light"/>
              <a:cs typeface="Geist Light"/>
              <a:sym typeface="Geist Light"/>
            </a:endParaRPr>
          </a:p>
        </p:txBody>
      </p:sp>
      <p:sp>
        <p:nvSpPr>
          <p:cNvPr id="689" name="Google Shape;689;p33">
            <a:extLst>
              <a:ext uri="{FF2B5EF4-FFF2-40B4-BE49-F238E27FC236}">
                <a16:creationId xmlns:a16="http://schemas.microsoft.com/office/drawing/2014/main" id="{BD03E6D7-4312-AFE8-3852-2D9EAB11FC21}"/>
              </a:ext>
            </a:extLst>
          </p:cNvPr>
          <p:cNvSpPr txBox="1"/>
          <p:nvPr/>
        </p:nvSpPr>
        <p:spPr>
          <a:xfrm>
            <a:off x="6795000" y="2133575"/>
            <a:ext cx="2054100" cy="24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quis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nostrud exercitation ullamco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laboris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nisi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ut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aliquip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ex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ea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commodo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consequat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 Duis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aute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irure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dolor in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reprehenderit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in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voluptate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velit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esse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cillum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dolore eu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fugiat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nulla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pariatur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</a:t>
            </a:r>
            <a:endParaRPr sz="12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690" name="Google Shape;690;p33">
            <a:extLst>
              <a:ext uri="{FF2B5EF4-FFF2-40B4-BE49-F238E27FC236}">
                <a16:creationId xmlns:a16="http://schemas.microsoft.com/office/drawing/2014/main" id="{D8B84E1F-512C-BD16-7083-F0ECCA46F3C5}"/>
              </a:ext>
            </a:extLst>
          </p:cNvPr>
          <p:cNvSpPr txBox="1"/>
          <p:nvPr/>
        </p:nvSpPr>
        <p:spPr>
          <a:xfrm>
            <a:off x="6795000" y="1774500"/>
            <a:ext cx="2205000" cy="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Title example</a:t>
            </a:r>
            <a:endParaRPr sz="1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691" name="Google Shape;691;p33">
            <a:extLst>
              <a:ext uri="{FF2B5EF4-FFF2-40B4-BE49-F238E27FC236}">
                <a16:creationId xmlns:a16="http://schemas.microsoft.com/office/drawing/2014/main" id="{1A92A862-863E-D984-06A2-CA749B55CF0D}"/>
              </a:ext>
            </a:extLst>
          </p:cNvPr>
          <p:cNvSpPr/>
          <p:nvPr/>
        </p:nvSpPr>
        <p:spPr>
          <a:xfrm>
            <a:off x="6794988" y="977253"/>
            <a:ext cx="199500" cy="194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Geist Light"/>
                <a:ea typeface="Geist Light"/>
                <a:cs typeface="Geist Light"/>
                <a:sym typeface="Geist Light"/>
              </a:rPr>
              <a:t>04</a:t>
            </a:r>
            <a:endParaRPr sz="1200">
              <a:latin typeface="Geist Light"/>
              <a:ea typeface="Geist Light"/>
              <a:cs typeface="Geist Light"/>
              <a:sym typeface="Geist Light"/>
            </a:endParaRPr>
          </a:p>
        </p:txBody>
      </p:sp>
      <p:sp>
        <p:nvSpPr>
          <p:cNvPr id="3" name="Google Shape;185;p9">
            <a:extLst>
              <a:ext uri="{FF2B5EF4-FFF2-40B4-BE49-F238E27FC236}">
                <a16:creationId xmlns:a16="http://schemas.microsoft.com/office/drawing/2014/main" id="{B387D6F0-33B8-164C-CDB0-6F12913E536A}"/>
              </a:ext>
            </a:extLst>
          </p:cNvPr>
          <p:cNvSpPr txBox="1"/>
          <p:nvPr/>
        </p:nvSpPr>
        <p:spPr>
          <a:xfrm>
            <a:off x="295835" y="183355"/>
            <a:ext cx="7253652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Lorem ipsum dolor sit </a:t>
            </a:r>
            <a:b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</a:br>
            <a: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amet </a:t>
            </a:r>
            <a:r>
              <a:rPr lang="fr" sz="24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consectetur</a:t>
            </a:r>
            <a:endParaRPr sz="2300">
              <a:solidFill>
                <a:schemeClr val="dk1"/>
              </a:solidFill>
              <a:latin typeface="Ufficio 300" pitchFamily="2" charset="0"/>
              <a:ea typeface="Geist"/>
              <a:cs typeface="Geist"/>
              <a:sym typeface="Geist"/>
            </a:endParaRPr>
          </a:p>
        </p:txBody>
      </p:sp>
      <p:sp>
        <p:nvSpPr>
          <p:cNvPr id="2" name="Google Shape;135;p7">
            <a:extLst>
              <a:ext uri="{FF2B5EF4-FFF2-40B4-BE49-F238E27FC236}">
                <a16:creationId xmlns:a16="http://schemas.microsoft.com/office/drawing/2014/main" id="{CA8F6E02-0786-0A38-FFC3-90D555C263E3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tx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24</a:t>
            </a:fld>
            <a:endParaRPr lang="fr" sz="1000">
              <a:solidFill>
                <a:schemeClr val="tx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224824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CFD3007E-5001-1B03-22AB-80EF8E3C2224}"/>
              </a:ext>
            </a:extLst>
          </p:cNvPr>
          <p:cNvSpPr/>
          <p:nvPr/>
        </p:nvSpPr>
        <p:spPr>
          <a:xfrm>
            <a:off x="338471" y="1866900"/>
            <a:ext cx="7567098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56977"/>
              </a:lnSpc>
              <a:buNone/>
            </a:pPr>
            <a:r>
              <a:rPr lang="en-US" sz="5400">
                <a:solidFill>
                  <a:srgbClr val="161616"/>
                </a:solidFill>
                <a:latin typeface="Ufficio" pitchFamily="34" charset="0"/>
                <a:ea typeface="Ufficio" pitchFamily="34" charset="-122"/>
                <a:cs typeface="Ufficio" pitchFamily="34" charset="-120"/>
              </a:rPr>
              <a:t>“</a:t>
            </a:r>
            <a:endParaRPr lang="en-US" sz="54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BD0640B-97E1-8AEC-DE3C-A00C0FD481B2}"/>
              </a:ext>
            </a:extLst>
          </p:cNvPr>
          <p:cNvSpPr/>
          <p:nvPr/>
        </p:nvSpPr>
        <p:spPr>
          <a:xfrm>
            <a:off x="338471" y="2178788"/>
            <a:ext cx="7567098" cy="1352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118"/>
              </a:lnSpc>
              <a:buNone/>
            </a:pPr>
            <a:r>
              <a:rPr lang="en-US" sz="2400">
                <a:solidFill>
                  <a:srgbClr val="161616"/>
                </a:solidFill>
                <a:latin typeface="Ufficio" pitchFamily="34" charset="0"/>
                <a:ea typeface="Ufficio" pitchFamily="34" charset="-122"/>
                <a:cs typeface="Ufficio" pitchFamily="34" charset="-120"/>
              </a:rPr>
              <a:t>Lorem ipsum dolor sit amet, consectetur adipiscing elit, sed do eiusmod tempor incididunt ut labore.</a:t>
            </a:r>
            <a:endParaRPr lang="en-US" sz="2400"/>
          </a:p>
        </p:txBody>
      </p:sp>
      <p:sp>
        <p:nvSpPr>
          <p:cNvPr id="8" name="Google Shape;31;p3">
            <a:extLst>
              <a:ext uri="{FF2B5EF4-FFF2-40B4-BE49-F238E27FC236}">
                <a16:creationId xmlns:a16="http://schemas.microsoft.com/office/drawing/2014/main" id="{D15AF37F-F186-0420-9FD8-D8F7CB8681D7}"/>
              </a:ext>
            </a:extLst>
          </p:cNvPr>
          <p:cNvSpPr/>
          <p:nvPr/>
        </p:nvSpPr>
        <p:spPr>
          <a:xfrm>
            <a:off x="338471" y="3195028"/>
            <a:ext cx="1298943" cy="28182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fr" sz="1200">
                <a:solidFill>
                  <a:schemeClr val="tx1"/>
                </a:solidFill>
                <a:latin typeface="Geist Light"/>
                <a:ea typeface="Geist Light"/>
                <a:cs typeface="Geist Light"/>
                <a:sym typeface="Geist Light"/>
              </a:rPr>
              <a:t>Name SURNAME</a:t>
            </a:r>
            <a:endParaRPr sz="1200">
              <a:solidFill>
                <a:schemeClr val="tx1"/>
              </a:solidFill>
              <a:latin typeface="Geist Light"/>
              <a:ea typeface="Geist Light"/>
              <a:cs typeface="Geist Light"/>
              <a:sym typeface="Geist Light"/>
            </a:endParaRPr>
          </a:p>
        </p:txBody>
      </p:sp>
      <p:sp>
        <p:nvSpPr>
          <p:cNvPr id="9" name="Google Shape;31;p3">
            <a:extLst>
              <a:ext uri="{FF2B5EF4-FFF2-40B4-BE49-F238E27FC236}">
                <a16:creationId xmlns:a16="http://schemas.microsoft.com/office/drawing/2014/main" id="{345E4F2A-70F2-357E-5D7F-4B0C2E3BD177}"/>
              </a:ext>
            </a:extLst>
          </p:cNvPr>
          <p:cNvSpPr/>
          <p:nvPr/>
        </p:nvSpPr>
        <p:spPr>
          <a:xfrm>
            <a:off x="393404" y="3513369"/>
            <a:ext cx="1222744" cy="281820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fr" sz="1200">
                <a:solidFill>
                  <a:schemeClr val="tx1"/>
                </a:solidFill>
                <a:latin typeface="Geist Light"/>
                <a:ea typeface="Geist Light"/>
                <a:cs typeface="Geist Light"/>
                <a:sym typeface="Geist Light"/>
              </a:rPr>
              <a:t>R</a:t>
            </a:r>
            <a:r>
              <a:rPr lang="fr-FR" sz="1200">
                <a:solidFill>
                  <a:schemeClr val="tx1"/>
                </a:solidFill>
                <a:latin typeface="Geist Light"/>
                <a:ea typeface="Geist Light"/>
                <a:cs typeface="Geist Light"/>
                <a:sym typeface="Geist Light"/>
              </a:rPr>
              <a:t>o</a:t>
            </a:r>
            <a:r>
              <a:rPr lang="fr" sz="1200">
                <a:solidFill>
                  <a:schemeClr val="tx1"/>
                </a:solidFill>
                <a:latin typeface="Geist Light"/>
                <a:ea typeface="Geist Light"/>
                <a:cs typeface="Geist Light"/>
                <a:sym typeface="Geist Light"/>
              </a:rPr>
              <a:t>le </a:t>
            </a:r>
            <a:endParaRPr sz="1200">
              <a:solidFill>
                <a:schemeClr val="tx1"/>
              </a:solidFill>
              <a:latin typeface="Geist Light"/>
              <a:ea typeface="Geist Light"/>
              <a:cs typeface="Geist Light"/>
              <a:sym typeface="Geist Light"/>
            </a:endParaRPr>
          </a:p>
        </p:txBody>
      </p:sp>
      <p:sp>
        <p:nvSpPr>
          <p:cNvPr id="10" name="Google Shape;135;p7">
            <a:extLst>
              <a:ext uri="{FF2B5EF4-FFF2-40B4-BE49-F238E27FC236}">
                <a16:creationId xmlns:a16="http://schemas.microsoft.com/office/drawing/2014/main" id="{3CE07A69-5D57-54A2-6DAB-F8914B543522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tx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25</a:t>
            </a:fld>
            <a:endParaRPr lang="fr" sz="1000">
              <a:solidFill>
                <a:schemeClr val="tx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249781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0F165-3F5F-47CF-6868-C175702AE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4A4B3DD-20BF-CE37-91CD-45C15A8866CD}"/>
              </a:ext>
            </a:extLst>
          </p:cNvPr>
          <p:cNvSpPr/>
          <p:nvPr/>
        </p:nvSpPr>
        <p:spPr>
          <a:xfrm>
            <a:off x="419100" y="1509713"/>
            <a:ext cx="8302752" cy="152400"/>
          </a:xfrm>
          <a:prstGeom prst="rect">
            <a:avLst/>
          </a:prstGeom>
          <a:noFill/>
          <a:ln/>
        </p:spPr>
        <p:txBody>
          <a:bodyPr wrap="none" lIns="12700" tIns="12700" rIns="12700" bIns="12700" rtlCol="0" anchor="t">
            <a:normAutofit lnSpcReduction="10000"/>
          </a:bodyPr>
          <a:lstStyle/>
          <a:p>
            <a:r>
              <a:rPr lang="en-US" sz="900" spc="126">
                <a:solidFill>
                  <a:srgbClr val="6A6A6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KEY RESULT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B7C202C-B960-9D71-C17A-9CA3F9EC9D72}"/>
              </a:ext>
            </a:extLst>
          </p:cNvPr>
          <p:cNvSpPr/>
          <p:nvPr/>
        </p:nvSpPr>
        <p:spPr>
          <a:xfrm>
            <a:off x="419100" y="2048556"/>
            <a:ext cx="8302752" cy="13430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66699"/>
              </a:lnSpc>
            </a:pPr>
            <a:r>
              <a:rPr lang="en-US" sz="10600" spc="-383">
                <a:solidFill>
                  <a:srgbClr val="161616"/>
                </a:solidFill>
                <a:latin typeface="Ufficio" pitchFamily="34" charset="0"/>
                <a:ea typeface="Ufficio" pitchFamily="34" charset="-122"/>
                <a:cs typeface="Ufficio" pitchFamily="34" charset="-120"/>
              </a:rPr>
              <a:t>XX%</a:t>
            </a:r>
            <a:endParaRPr lang="en-US" sz="10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87F1BD7-945D-5A0F-F861-744A5369CC97}"/>
              </a:ext>
            </a:extLst>
          </p:cNvPr>
          <p:cNvSpPr/>
          <p:nvPr/>
        </p:nvSpPr>
        <p:spPr>
          <a:xfrm>
            <a:off x="419100" y="3119438"/>
            <a:ext cx="5886450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99200"/>
              </a:lnSpc>
            </a:pPr>
            <a:r>
              <a:rPr lang="en-US" sz="1650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Lorem ipsum dolor sit amet, consectetur adipiscing elit, sed do eiusmod tempor incididunt.</a:t>
            </a:r>
            <a:endParaRPr lang="en-US" sz="165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5" name="Google Shape;135;p7">
            <a:extLst>
              <a:ext uri="{FF2B5EF4-FFF2-40B4-BE49-F238E27FC236}">
                <a16:creationId xmlns:a16="http://schemas.microsoft.com/office/drawing/2014/main" id="{986ABD28-4710-DF95-1EA8-CF45790CDE08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tx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26</a:t>
            </a:fld>
            <a:endParaRPr lang="fr" sz="1000">
              <a:solidFill>
                <a:schemeClr val="tx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729758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4A138-CCC4-EB94-21AB-F2992F4A3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77AE4DE-A339-2111-1B60-D49BDD07AD23}"/>
              </a:ext>
            </a:extLst>
          </p:cNvPr>
          <p:cNvSpPr/>
          <p:nvPr/>
        </p:nvSpPr>
        <p:spPr>
          <a:xfrm>
            <a:off x="419100" y="1509713"/>
            <a:ext cx="8302752" cy="152400"/>
          </a:xfrm>
          <a:prstGeom prst="rect">
            <a:avLst/>
          </a:prstGeom>
          <a:noFill/>
          <a:ln/>
        </p:spPr>
        <p:txBody>
          <a:bodyPr wrap="none" lIns="12700" tIns="12700" rIns="12700" bIns="12700" rtlCol="0" anchor="t">
            <a:normAutofit lnSpcReduction="10000"/>
          </a:bodyPr>
          <a:lstStyle/>
          <a:p>
            <a:r>
              <a:rPr lang="en-US" sz="900" spc="126">
                <a:solidFill>
                  <a:srgbClr val="6A6A6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KEY RESULT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6B8D862-2157-2F97-62B2-EB325A4B647F}"/>
              </a:ext>
            </a:extLst>
          </p:cNvPr>
          <p:cNvSpPr/>
          <p:nvPr/>
        </p:nvSpPr>
        <p:spPr>
          <a:xfrm>
            <a:off x="419100" y="2048556"/>
            <a:ext cx="8302752" cy="13430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66699"/>
              </a:lnSpc>
            </a:pPr>
            <a:r>
              <a:rPr lang="en-US" sz="10600" spc="-383">
                <a:solidFill>
                  <a:srgbClr val="161616"/>
                </a:solidFill>
                <a:latin typeface="Ufficio" pitchFamily="34" charset="0"/>
                <a:ea typeface="Ufficio" pitchFamily="34" charset="-122"/>
                <a:cs typeface="Ufficio" pitchFamily="34" charset="-120"/>
              </a:rPr>
              <a:t>XX%</a:t>
            </a:r>
            <a:endParaRPr lang="en-US" sz="10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3DE794A-3BE6-3330-4EA3-EA20736BB5D6}"/>
              </a:ext>
            </a:extLst>
          </p:cNvPr>
          <p:cNvSpPr/>
          <p:nvPr/>
        </p:nvSpPr>
        <p:spPr>
          <a:xfrm>
            <a:off x="419100" y="3119438"/>
            <a:ext cx="5886450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99200"/>
              </a:lnSpc>
            </a:pPr>
            <a:r>
              <a:rPr lang="en-US" sz="1650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Lorem ipsum dolor sit amet, consectetur adipiscing elit, sed do eiusmod tempor incididunt.</a:t>
            </a:r>
            <a:endParaRPr lang="en-US" sz="165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5" name="Google Shape;135;p7">
            <a:extLst>
              <a:ext uri="{FF2B5EF4-FFF2-40B4-BE49-F238E27FC236}">
                <a16:creationId xmlns:a16="http://schemas.microsoft.com/office/drawing/2014/main" id="{03A09203-E358-D3AE-9933-6AC1009E7FE9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tx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27</a:t>
            </a:fld>
            <a:endParaRPr lang="fr" sz="1000">
              <a:solidFill>
                <a:schemeClr val="tx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441119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9C8AE-D835-E48A-161F-D1273A9F8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90B1E2E-5342-E641-67E9-5DC393C96D5C}"/>
              </a:ext>
            </a:extLst>
          </p:cNvPr>
          <p:cNvSpPr/>
          <p:nvPr/>
        </p:nvSpPr>
        <p:spPr>
          <a:xfrm>
            <a:off x="419100" y="1509713"/>
            <a:ext cx="8302752" cy="152400"/>
          </a:xfrm>
          <a:prstGeom prst="rect">
            <a:avLst/>
          </a:prstGeom>
          <a:noFill/>
          <a:ln/>
        </p:spPr>
        <p:txBody>
          <a:bodyPr wrap="none" lIns="12700" tIns="12700" rIns="12700" bIns="12700" rtlCol="0" anchor="t">
            <a:normAutofit lnSpcReduction="10000"/>
          </a:bodyPr>
          <a:lstStyle/>
          <a:p>
            <a:r>
              <a:rPr lang="en-US" sz="900" spc="126">
                <a:solidFill>
                  <a:srgbClr val="6A6A6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KEY RESULT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37DFE4C-EFDA-34B7-7924-6315631F596C}"/>
              </a:ext>
            </a:extLst>
          </p:cNvPr>
          <p:cNvSpPr/>
          <p:nvPr/>
        </p:nvSpPr>
        <p:spPr>
          <a:xfrm>
            <a:off x="419100" y="2048556"/>
            <a:ext cx="8302752" cy="13430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66699"/>
              </a:lnSpc>
            </a:pPr>
            <a:r>
              <a:rPr lang="en-US" sz="10600" spc="-383">
                <a:solidFill>
                  <a:srgbClr val="161616"/>
                </a:solidFill>
                <a:latin typeface="Ufficio" pitchFamily="34" charset="0"/>
                <a:ea typeface="Ufficio" pitchFamily="34" charset="-122"/>
                <a:cs typeface="Ufficio" pitchFamily="34" charset="-120"/>
              </a:rPr>
              <a:t>XX%</a:t>
            </a:r>
            <a:endParaRPr lang="en-US" sz="10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9027A8E-313D-1667-4EB8-EE12878B5652}"/>
              </a:ext>
            </a:extLst>
          </p:cNvPr>
          <p:cNvSpPr/>
          <p:nvPr/>
        </p:nvSpPr>
        <p:spPr>
          <a:xfrm>
            <a:off x="419100" y="3119438"/>
            <a:ext cx="5886450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99200"/>
              </a:lnSpc>
            </a:pPr>
            <a:r>
              <a:rPr lang="en-US" sz="1650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Lorem ipsum dolor sit amet, consectetur adipiscing elit, sed do eiusmod tempor incididunt.</a:t>
            </a:r>
            <a:endParaRPr lang="en-US" sz="165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5" name="Google Shape;135;p7">
            <a:extLst>
              <a:ext uri="{FF2B5EF4-FFF2-40B4-BE49-F238E27FC236}">
                <a16:creationId xmlns:a16="http://schemas.microsoft.com/office/drawing/2014/main" id="{F123F4E9-8872-D3AE-2B01-3EF05E5F1725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tx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28</a:t>
            </a:fld>
            <a:endParaRPr lang="fr" sz="1000">
              <a:solidFill>
                <a:schemeClr val="tx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6255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6" name="Google Shape;866;p39"/>
          <p:cNvCxnSpPr/>
          <p:nvPr/>
        </p:nvCxnSpPr>
        <p:spPr>
          <a:xfrm>
            <a:off x="3120000" y="1375875"/>
            <a:ext cx="0" cy="279900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67" name="Google Shape;867;p39"/>
          <p:cNvCxnSpPr/>
          <p:nvPr/>
        </p:nvCxnSpPr>
        <p:spPr>
          <a:xfrm rot="10800000">
            <a:off x="0" y="4174813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68" name="Google Shape;868;p39"/>
          <p:cNvCxnSpPr/>
          <p:nvPr/>
        </p:nvCxnSpPr>
        <p:spPr>
          <a:xfrm>
            <a:off x="6060000" y="1375875"/>
            <a:ext cx="0" cy="279900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69" name="Google Shape;869;p39"/>
          <p:cNvSpPr txBox="1"/>
          <p:nvPr/>
        </p:nvSpPr>
        <p:spPr>
          <a:xfrm>
            <a:off x="212658" y="2851781"/>
            <a:ext cx="2135700" cy="6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7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XX</a:t>
            </a:r>
            <a:endParaRPr sz="72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870" name="Google Shape;870;p39"/>
          <p:cNvSpPr/>
          <p:nvPr/>
        </p:nvSpPr>
        <p:spPr>
          <a:xfrm>
            <a:off x="180025" y="1375875"/>
            <a:ext cx="513000" cy="194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Geist Light" pitchFamily="2" charset="77"/>
                <a:ea typeface="Geist Light" pitchFamily="2" charset="77"/>
                <a:cs typeface="Geist Light" pitchFamily="2" charset="77"/>
                <a:sym typeface="Geist Light"/>
              </a:rPr>
              <a:t>LABEL</a:t>
            </a:r>
            <a:endParaRPr sz="1200">
              <a:latin typeface="Geist Light" pitchFamily="2" charset="77"/>
              <a:ea typeface="Geist Light" pitchFamily="2" charset="77"/>
              <a:cs typeface="Geist Light" pitchFamily="2" charset="77"/>
              <a:sym typeface="Geist Light"/>
            </a:endParaRPr>
          </a:p>
        </p:txBody>
      </p:sp>
      <p:sp>
        <p:nvSpPr>
          <p:cNvPr id="871" name="Google Shape;871;p39"/>
          <p:cNvSpPr txBox="1"/>
          <p:nvPr/>
        </p:nvSpPr>
        <p:spPr>
          <a:xfrm>
            <a:off x="3152658" y="2851781"/>
            <a:ext cx="2135700" cy="6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7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XX</a:t>
            </a:r>
            <a:endParaRPr sz="72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872" name="Google Shape;872;p39"/>
          <p:cNvSpPr/>
          <p:nvPr/>
        </p:nvSpPr>
        <p:spPr>
          <a:xfrm>
            <a:off x="3120025" y="1375875"/>
            <a:ext cx="513000" cy="194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Geist Light" pitchFamily="2" charset="77"/>
                <a:ea typeface="Geist Light" pitchFamily="2" charset="77"/>
                <a:cs typeface="Geist Light" pitchFamily="2" charset="77"/>
                <a:sym typeface="Geist Light"/>
              </a:rPr>
              <a:t>LABEL</a:t>
            </a:r>
            <a:endParaRPr sz="1200">
              <a:latin typeface="Geist Light" pitchFamily="2" charset="77"/>
              <a:ea typeface="Geist Light" pitchFamily="2" charset="77"/>
              <a:cs typeface="Geist Light" pitchFamily="2" charset="77"/>
              <a:sym typeface="Geist Light"/>
            </a:endParaRPr>
          </a:p>
        </p:txBody>
      </p:sp>
      <p:sp>
        <p:nvSpPr>
          <p:cNvPr id="873" name="Google Shape;873;p39"/>
          <p:cNvSpPr txBox="1"/>
          <p:nvPr/>
        </p:nvSpPr>
        <p:spPr>
          <a:xfrm>
            <a:off x="6092658" y="2851781"/>
            <a:ext cx="2135700" cy="6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7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XX</a:t>
            </a:r>
            <a:endParaRPr sz="72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874" name="Google Shape;874;p39"/>
          <p:cNvSpPr/>
          <p:nvPr/>
        </p:nvSpPr>
        <p:spPr>
          <a:xfrm>
            <a:off x="6060025" y="1375875"/>
            <a:ext cx="513000" cy="194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Geist Light" pitchFamily="2" charset="77"/>
                <a:ea typeface="Geist Light" pitchFamily="2" charset="77"/>
                <a:cs typeface="Geist Light" pitchFamily="2" charset="77"/>
                <a:sym typeface="Geist Light"/>
              </a:rPr>
              <a:t>LABEL</a:t>
            </a:r>
            <a:endParaRPr sz="1200">
              <a:latin typeface="Geist Light" pitchFamily="2" charset="77"/>
              <a:ea typeface="Geist Light" pitchFamily="2" charset="77"/>
              <a:cs typeface="Geist Light" pitchFamily="2" charset="77"/>
              <a:sym typeface="Geist Light"/>
            </a:endParaRPr>
          </a:p>
        </p:txBody>
      </p:sp>
      <p:sp>
        <p:nvSpPr>
          <p:cNvPr id="877" name="Google Shape;877;p39"/>
          <p:cNvSpPr txBox="1"/>
          <p:nvPr/>
        </p:nvSpPr>
        <p:spPr>
          <a:xfrm>
            <a:off x="212658" y="3557199"/>
            <a:ext cx="29400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quis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nostrud exercitation ullamco</a:t>
            </a:r>
            <a:endParaRPr sz="12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878" name="Google Shape;878;p39"/>
          <p:cNvSpPr txBox="1"/>
          <p:nvPr/>
        </p:nvSpPr>
        <p:spPr>
          <a:xfrm>
            <a:off x="3152658" y="3557199"/>
            <a:ext cx="29400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quis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nostrud exercitation ullamco</a:t>
            </a:r>
            <a:endParaRPr sz="12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879" name="Google Shape;879;p39"/>
          <p:cNvSpPr txBox="1"/>
          <p:nvPr/>
        </p:nvSpPr>
        <p:spPr>
          <a:xfrm>
            <a:off x="6092658" y="3557199"/>
            <a:ext cx="29400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quis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nostrud exercitation ullamco</a:t>
            </a:r>
            <a:endParaRPr sz="12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3" name="Google Shape;185;p9">
            <a:extLst>
              <a:ext uri="{FF2B5EF4-FFF2-40B4-BE49-F238E27FC236}">
                <a16:creationId xmlns:a16="http://schemas.microsoft.com/office/drawing/2014/main" id="{222953E0-411D-791B-EEFE-FE326B8F1C62}"/>
              </a:ext>
            </a:extLst>
          </p:cNvPr>
          <p:cNvSpPr txBox="1"/>
          <p:nvPr/>
        </p:nvSpPr>
        <p:spPr>
          <a:xfrm>
            <a:off x="295835" y="183355"/>
            <a:ext cx="7253652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Lorem ipsum dolor sit </a:t>
            </a:r>
            <a:b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</a:br>
            <a: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amet </a:t>
            </a:r>
            <a:r>
              <a:rPr lang="fr" sz="24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consectetur</a:t>
            </a:r>
            <a:endParaRPr sz="2300">
              <a:solidFill>
                <a:schemeClr val="dk1"/>
              </a:solidFill>
              <a:latin typeface="Ufficio 300" pitchFamily="2" charset="0"/>
              <a:ea typeface="Geist"/>
              <a:cs typeface="Geist"/>
              <a:sym typeface="Geist"/>
            </a:endParaRPr>
          </a:p>
        </p:txBody>
      </p:sp>
      <p:sp>
        <p:nvSpPr>
          <p:cNvPr id="4" name="Google Shape;135;p7">
            <a:extLst>
              <a:ext uri="{FF2B5EF4-FFF2-40B4-BE49-F238E27FC236}">
                <a16:creationId xmlns:a16="http://schemas.microsoft.com/office/drawing/2014/main" id="{24DE1A96-37FD-A9B0-E046-1385F618C626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tx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29</a:t>
            </a:fld>
            <a:endParaRPr lang="fr" sz="1000">
              <a:solidFill>
                <a:schemeClr val="tx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44" name="Google Shape;944;p42"/>
          <p:cNvCxnSpPr/>
          <p:nvPr/>
        </p:nvCxnSpPr>
        <p:spPr>
          <a:xfrm>
            <a:off x="2385000" y="1776575"/>
            <a:ext cx="0" cy="337260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5" name="Google Shape;945;p42"/>
          <p:cNvCxnSpPr/>
          <p:nvPr/>
        </p:nvCxnSpPr>
        <p:spPr>
          <a:xfrm rot="10800000">
            <a:off x="0" y="1776213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6" name="Google Shape;946;p42"/>
          <p:cNvCxnSpPr/>
          <p:nvPr/>
        </p:nvCxnSpPr>
        <p:spPr>
          <a:xfrm>
            <a:off x="4572000" y="1776575"/>
            <a:ext cx="0" cy="337260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7" name="Google Shape;947;p42"/>
          <p:cNvCxnSpPr/>
          <p:nvPr/>
        </p:nvCxnSpPr>
        <p:spPr>
          <a:xfrm>
            <a:off x="6777000" y="1776575"/>
            <a:ext cx="0" cy="337260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48" name="Google Shape;948;p42"/>
          <p:cNvSpPr txBox="1"/>
          <p:nvPr/>
        </p:nvSpPr>
        <p:spPr>
          <a:xfrm>
            <a:off x="223544" y="3459160"/>
            <a:ext cx="971400" cy="7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XX</a:t>
            </a:r>
            <a:endParaRPr sz="60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949" name="Google Shape;949;p42"/>
          <p:cNvSpPr txBox="1"/>
          <p:nvPr/>
        </p:nvSpPr>
        <p:spPr>
          <a:xfrm>
            <a:off x="1281894" y="3941160"/>
            <a:ext cx="5724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%</a:t>
            </a:r>
            <a:endParaRPr sz="24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950" name="Google Shape;950;p42"/>
          <p:cNvSpPr txBox="1"/>
          <p:nvPr/>
        </p:nvSpPr>
        <p:spPr>
          <a:xfrm>
            <a:off x="2410544" y="3459160"/>
            <a:ext cx="971400" cy="7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XX</a:t>
            </a:r>
            <a:endParaRPr sz="60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951" name="Google Shape;951;p42"/>
          <p:cNvSpPr txBox="1"/>
          <p:nvPr/>
        </p:nvSpPr>
        <p:spPr>
          <a:xfrm>
            <a:off x="3468894" y="3941160"/>
            <a:ext cx="5724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%</a:t>
            </a:r>
            <a:endParaRPr sz="24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952" name="Google Shape;952;p42"/>
          <p:cNvSpPr txBox="1"/>
          <p:nvPr/>
        </p:nvSpPr>
        <p:spPr>
          <a:xfrm>
            <a:off x="4615544" y="3459160"/>
            <a:ext cx="971400" cy="7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XX</a:t>
            </a:r>
            <a:endParaRPr sz="60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953" name="Google Shape;953;p42"/>
          <p:cNvSpPr txBox="1"/>
          <p:nvPr/>
        </p:nvSpPr>
        <p:spPr>
          <a:xfrm>
            <a:off x="5673894" y="3941160"/>
            <a:ext cx="5724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%</a:t>
            </a:r>
            <a:endParaRPr sz="24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954" name="Google Shape;954;p42"/>
          <p:cNvSpPr txBox="1"/>
          <p:nvPr/>
        </p:nvSpPr>
        <p:spPr>
          <a:xfrm>
            <a:off x="6802544" y="3459160"/>
            <a:ext cx="971400" cy="7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60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XX</a:t>
            </a:r>
            <a:endParaRPr sz="60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955" name="Google Shape;955;p42"/>
          <p:cNvSpPr txBox="1"/>
          <p:nvPr/>
        </p:nvSpPr>
        <p:spPr>
          <a:xfrm>
            <a:off x="7860894" y="3941160"/>
            <a:ext cx="572400" cy="2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%</a:t>
            </a:r>
            <a:endParaRPr sz="24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958" name="Google Shape;958;p42"/>
          <p:cNvSpPr txBox="1"/>
          <p:nvPr/>
        </p:nvSpPr>
        <p:spPr>
          <a:xfrm>
            <a:off x="223544" y="1791862"/>
            <a:ext cx="16308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quis</a:t>
            </a:r>
            <a:endParaRPr sz="12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959" name="Google Shape;959;p42"/>
          <p:cNvSpPr txBox="1"/>
          <p:nvPr/>
        </p:nvSpPr>
        <p:spPr>
          <a:xfrm>
            <a:off x="2410544" y="1791862"/>
            <a:ext cx="16308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quis</a:t>
            </a:r>
            <a:endParaRPr sz="12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960" name="Google Shape;960;p42"/>
          <p:cNvSpPr txBox="1"/>
          <p:nvPr/>
        </p:nvSpPr>
        <p:spPr>
          <a:xfrm>
            <a:off x="4615544" y="1791862"/>
            <a:ext cx="16308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quis</a:t>
            </a:r>
            <a:endParaRPr sz="12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961" name="Google Shape;961;p42"/>
          <p:cNvSpPr txBox="1"/>
          <p:nvPr/>
        </p:nvSpPr>
        <p:spPr>
          <a:xfrm>
            <a:off x="6802544" y="1791862"/>
            <a:ext cx="16308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quis</a:t>
            </a:r>
            <a:endParaRPr sz="12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3" name="Google Shape;185;p9">
            <a:extLst>
              <a:ext uri="{FF2B5EF4-FFF2-40B4-BE49-F238E27FC236}">
                <a16:creationId xmlns:a16="http://schemas.microsoft.com/office/drawing/2014/main" id="{13A18FD3-A84D-641C-F204-ADBDC2AB9F4A}"/>
              </a:ext>
            </a:extLst>
          </p:cNvPr>
          <p:cNvSpPr txBox="1"/>
          <p:nvPr/>
        </p:nvSpPr>
        <p:spPr>
          <a:xfrm>
            <a:off x="295835" y="183355"/>
            <a:ext cx="7253652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Lorem ipsum dolor sit </a:t>
            </a:r>
            <a:b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</a:br>
            <a: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amet </a:t>
            </a:r>
            <a:r>
              <a:rPr lang="fr" sz="24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consectetur</a:t>
            </a:r>
            <a:endParaRPr sz="2300">
              <a:solidFill>
                <a:schemeClr val="dk1"/>
              </a:solidFill>
              <a:latin typeface="Ufficio 300" pitchFamily="2" charset="0"/>
              <a:ea typeface="Geist"/>
              <a:cs typeface="Geist"/>
              <a:sym typeface="Geist"/>
            </a:endParaRPr>
          </a:p>
        </p:txBody>
      </p:sp>
      <p:sp>
        <p:nvSpPr>
          <p:cNvPr id="4" name="Google Shape;135;p7">
            <a:extLst>
              <a:ext uri="{FF2B5EF4-FFF2-40B4-BE49-F238E27FC236}">
                <a16:creationId xmlns:a16="http://schemas.microsoft.com/office/drawing/2014/main" id="{26C45968-AE5C-2043-B6D8-73AD6F610E40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tx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30</a:t>
            </a:fld>
            <a:endParaRPr lang="fr" sz="1000">
              <a:solidFill>
                <a:schemeClr val="tx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0E146-10AE-20AA-4D0B-D86CC824C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A42BEC3C-B1DB-3ACF-8BC0-2595462225FC}"/>
              </a:ext>
            </a:extLst>
          </p:cNvPr>
          <p:cNvSpPr/>
          <p:nvPr/>
        </p:nvSpPr>
        <p:spPr>
          <a:xfrm>
            <a:off x="419100" y="1020534"/>
            <a:ext cx="2679651" cy="1781175"/>
          </a:xfrm>
          <a:prstGeom prst="rect">
            <a:avLst/>
          </a:prstGeom>
          <a:solidFill>
            <a:srgbClr val="D5D3C4"/>
          </a:solidFill>
          <a:ln/>
        </p:spPr>
        <p:txBody>
          <a:bodyPr/>
          <a:lstStyle/>
          <a:p>
            <a:endParaRPr lang="fr-FR" sz="7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30DA7E8-A614-882C-F537-761F957F1722}"/>
              </a:ext>
            </a:extLst>
          </p:cNvPr>
          <p:cNvSpPr/>
          <p:nvPr/>
        </p:nvSpPr>
        <p:spPr>
          <a:xfrm>
            <a:off x="600075" y="1201509"/>
            <a:ext cx="2549471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00" spc="90">
                <a:solidFill>
                  <a:srgbClr val="5A5A5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METRIC ONE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FF9B90D-6E37-EDBB-DA77-4EEE1F1DBF16}"/>
              </a:ext>
            </a:extLst>
          </p:cNvPr>
          <p:cNvSpPr/>
          <p:nvPr/>
        </p:nvSpPr>
        <p:spPr>
          <a:xfrm>
            <a:off x="600075" y="1392009"/>
            <a:ext cx="2549471" cy="4191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>
              <a:lnSpc>
                <a:spcPct val="80769"/>
              </a:lnSpc>
            </a:pPr>
            <a:r>
              <a:rPr lang="en-US" sz="3150">
                <a:solidFill>
                  <a:srgbClr val="161616"/>
                </a:solidFill>
                <a:latin typeface="Ufficio" pitchFamily="34" charset="0"/>
                <a:ea typeface="Ufficio" pitchFamily="34" charset="-122"/>
                <a:cs typeface="Ufficio" pitchFamily="34" charset="-120"/>
              </a:rPr>
              <a:t>XX</a:t>
            </a:r>
            <a:endParaRPr lang="en-US" sz="315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A7C4949-5919-CAD0-3F19-62F8B5B3E5DB}"/>
              </a:ext>
            </a:extLst>
          </p:cNvPr>
          <p:cNvSpPr/>
          <p:nvPr/>
        </p:nvSpPr>
        <p:spPr>
          <a:xfrm>
            <a:off x="600075" y="1849209"/>
            <a:ext cx="2549471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▲ +XX% vs. LY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F66F3BA-A9EB-85A7-84FD-21125035DCF2}"/>
              </a:ext>
            </a:extLst>
          </p:cNvPr>
          <p:cNvSpPr/>
          <p:nvPr/>
        </p:nvSpPr>
        <p:spPr>
          <a:xfrm>
            <a:off x="3232101" y="1020534"/>
            <a:ext cx="2679725" cy="1781175"/>
          </a:xfrm>
          <a:prstGeom prst="rect">
            <a:avLst/>
          </a:prstGeom>
          <a:solidFill>
            <a:srgbClr val="D5D3C4"/>
          </a:solidFill>
          <a:ln/>
        </p:spPr>
        <p:txBody>
          <a:bodyPr/>
          <a:lstStyle/>
          <a:p>
            <a:endParaRPr lang="fr-FR" sz="7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B96C60A-D81B-6E12-8838-60B2A3FFB760}"/>
              </a:ext>
            </a:extLst>
          </p:cNvPr>
          <p:cNvSpPr/>
          <p:nvPr/>
        </p:nvSpPr>
        <p:spPr>
          <a:xfrm>
            <a:off x="3413076" y="1201509"/>
            <a:ext cx="2549553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00" spc="90">
                <a:solidFill>
                  <a:srgbClr val="5A5A5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METRIC TWO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BBC575A-AF5C-F186-4E0C-FFCF94C9AD73}"/>
              </a:ext>
            </a:extLst>
          </p:cNvPr>
          <p:cNvSpPr/>
          <p:nvPr/>
        </p:nvSpPr>
        <p:spPr>
          <a:xfrm>
            <a:off x="3413076" y="1392009"/>
            <a:ext cx="2549553" cy="4191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>
              <a:lnSpc>
                <a:spcPct val="80769"/>
              </a:lnSpc>
            </a:pPr>
            <a:r>
              <a:rPr lang="en-US" sz="3150">
                <a:solidFill>
                  <a:srgbClr val="161616"/>
                </a:solidFill>
                <a:latin typeface="Ufficio" pitchFamily="34" charset="0"/>
                <a:ea typeface="Ufficio" pitchFamily="34" charset="-122"/>
                <a:cs typeface="Ufficio" pitchFamily="34" charset="-120"/>
              </a:rPr>
              <a:t>XX</a:t>
            </a:r>
            <a:endParaRPr lang="en-US" sz="315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E6A0859-A188-0F45-7B77-5E0D76D47ADB}"/>
              </a:ext>
            </a:extLst>
          </p:cNvPr>
          <p:cNvSpPr/>
          <p:nvPr/>
        </p:nvSpPr>
        <p:spPr>
          <a:xfrm>
            <a:off x="3413076" y="1849209"/>
            <a:ext cx="2549553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▲ +XX% vs. LY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02138A4-C057-65DC-4772-5C526484C214}"/>
              </a:ext>
            </a:extLst>
          </p:cNvPr>
          <p:cNvSpPr/>
          <p:nvPr/>
        </p:nvSpPr>
        <p:spPr>
          <a:xfrm>
            <a:off x="6045175" y="1020534"/>
            <a:ext cx="2679651" cy="1781175"/>
          </a:xfrm>
          <a:prstGeom prst="rect">
            <a:avLst/>
          </a:prstGeom>
          <a:solidFill>
            <a:srgbClr val="D5D3C4"/>
          </a:solidFill>
          <a:ln/>
        </p:spPr>
        <p:txBody>
          <a:bodyPr/>
          <a:lstStyle/>
          <a:p>
            <a:endParaRPr lang="fr-FR" sz="7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CB26D9A-DB6B-4507-9572-63BF4E3AA070}"/>
              </a:ext>
            </a:extLst>
          </p:cNvPr>
          <p:cNvSpPr/>
          <p:nvPr/>
        </p:nvSpPr>
        <p:spPr>
          <a:xfrm>
            <a:off x="6226150" y="1201509"/>
            <a:ext cx="2549471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00" spc="90">
                <a:solidFill>
                  <a:srgbClr val="5A5A5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METRIC THREE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C979162-1535-4268-A44C-FB30DD813206}"/>
              </a:ext>
            </a:extLst>
          </p:cNvPr>
          <p:cNvSpPr/>
          <p:nvPr/>
        </p:nvSpPr>
        <p:spPr>
          <a:xfrm>
            <a:off x="6226150" y="1392009"/>
            <a:ext cx="2549471" cy="4191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>
              <a:lnSpc>
                <a:spcPct val="80769"/>
              </a:lnSpc>
            </a:pPr>
            <a:r>
              <a:rPr lang="en-US" sz="3150">
                <a:solidFill>
                  <a:srgbClr val="161616"/>
                </a:solidFill>
                <a:latin typeface="Ufficio" pitchFamily="34" charset="0"/>
                <a:ea typeface="Ufficio" pitchFamily="34" charset="-122"/>
                <a:cs typeface="Ufficio" pitchFamily="34" charset="-120"/>
              </a:rPr>
              <a:t>XX</a:t>
            </a:r>
            <a:endParaRPr lang="en-US" sz="315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DBA0914-663E-6CDC-FA1C-514FCE9B73A1}"/>
              </a:ext>
            </a:extLst>
          </p:cNvPr>
          <p:cNvSpPr/>
          <p:nvPr/>
        </p:nvSpPr>
        <p:spPr>
          <a:xfrm>
            <a:off x="6226150" y="1849209"/>
            <a:ext cx="2549471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▼ −XX% vs. LY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A993E18-08B5-759F-6405-919A0C5BDF6A}"/>
              </a:ext>
            </a:extLst>
          </p:cNvPr>
          <p:cNvSpPr/>
          <p:nvPr/>
        </p:nvSpPr>
        <p:spPr>
          <a:xfrm>
            <a:off x="419100" y="2935059"/>
            <a:ext cx="2679651" cy="1781175"/>
          </a:xfrm>
          <a:prstGeom prst="rect">
            <a:avLst/>
          </a:prstGeom>
          <a:solidFill>
            <a:srgbClr val="D5D3C4"/>
          </a:solidFill>
          <a:ln/>
        </p:spPr>
        <p:txBody>
          <a:bodyPr/>
          <a:lstStyle/>
          <a:p>
            <a:endParaRPr lang="fr-FR" sz="7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07AF8D6-E799-C32C-949D-D8D79A1B3E7F}"/>
              </a:ext>
            </a:extLst>
          </p:cNvPr>
          <p:cNvSpPr/>
          <p:nvPr/>
        </p:nvSpPr>
        <p:spPr>
          <a:xfrm>
            <a:off x="600075" y="3116034"/>
            <a:ext cx="2549471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00" spc="90">
                <a:solidFill>
                  <a:srgbClr val="5A5A5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METRIC FOUR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2E1591F-F810-0ECC-5FFF-8634CB9C1752}"/>
              </a:ext>
            </a:extLst>
          </p:cNvPr>
          <p:cNvSpPr/>
          <p:nvPr/>
        </p:nvSpPr>
        <p:spPr>
          <a:xfrm>
            <a:off x="600075" y="3306534"/>
            <a:ext cx="2549471" cy="4191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>
              <a:lnSpc>
                <a:spcPct val="80769"/>
              </a:lnSpc>
            </a:pPr>
            <a:r>
              <a:rPr lang="en-US" sz="3150">
                <a:solidFill>
                  <a:srgbClr val="161616"/>
                </a:solidFill>
                <a:latin typeface="Ufficio" pitchFamily="34" charset="0"/>
                <a:ea typeface="Ufficio" pitchFamily="34" charset="-122"/>
                <a:cs typeface="Ufficio" pitchFamily="34" charset="-120"/>
              </a:rPr>
              <a:t>XX</a:t>
            </a:r>
            <a:endParaRPr lang="en-US" sz="315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EFB4242-0DBB-3C7C-F942-8A15B3BBB117}"/>
              </a:ext>
            </a:extLst>
          </p:cNvPr>
          <p:cNvSpPr/>
          <p:nvPr/>
        </p:nvSpPr>
        <p:spPr>
          <a:xfrm>
            <a:off x="600075" y="3763734"/>
            <a:ext cx="2549471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▲ +XX% vs. LY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B708474E-9193-5415-152F-F9CEAD04FDF2}"/>
              </a:ext>
            </a:extLst>
          </p:cNvPr>
          <p:cNvSpPr/>
          <p:nvPr/>
        </p:nvSpPr>
        <p:spPr>
          <a:xfrm>
            <a:off x="3232101" y="2935059"/>
            <a:ext cx="2679725" cy="1781175"/>
          </a:xfrm>
          <a:prstGeom prst="rect">
            <a:avLst/>
          </a:prstGeom>
          <a:solidFill>
            <a:srgbClr val="D5D3C4"/>
          </a:solidFill>
          <a:ln/>
        </p:spPr>
        <p:txBody>
          <a:bodyPr/>
          <a:lstStyle/>
          <a:p>
            <a:endParaRPr lang="fr-FR" sz="7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8AF1A27-FB23-AA78-79D4-D0FDE886F656}"/>
              </a:ext>
            </a:extLst>
          </p:cNvPr>
          <p:cNvSpPr/>
          <p:nvPr/>
        </p:nvSpPr>
        <p:spPr>
          <a:xfrm>
            <a:off x="3413076" y="3116034"/>
            <a:ext cx="2549553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00" spc="90">
                <a:solidFill>
                  <a:srgbClr val="5A5A5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METRIC FIVE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71E9654-1247-9381-2ACE-EE0FC6D289C6}"/>
              </a:ext>
            </a:extLst>
          </p:cNvPr>
          <p:cNvSpPr/>
          <p:nvPr/>
        </p:nvSpPr>
        <p:spPr>
          <a:xfrm>
            <a:off x="3413076" y="3306534"/>
            <a:ext cx="2549553" cy="4191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>
              <a:lnSpc>
                <a:spcPct val="80769"/>
              </a:lnSpc>
            </a:pPr>
            <a:r>
              <a:rPr lang="en-US" sz="3150">
                <a:solidFill>
                  <a:srgbClr val="161616"/>
                </a:solidFill>
                <a:latin typeface="Ufficio" pitchFamily="34" charset="0"/>
                <a:ea typeface="Ufficio" pitchFamily="34" charset="-122"/>
                <a:cs typeface="Ufficio" pitchFamily="34" charset="-120"/>
              </a:rPr>
              <a:t>XX</a:t>
            </a:r>
            <a:endParaRPr lang="en-US" sz="315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F8C033C-52B5-D9E0-EDB4-79A818D0B5AF}"/>
              </a:ext>
            </a:extLst>
          </p:cNvPr>
          <p:cNvSpPr/>
          <p:nvPr/>
        </p:nvSpPr>
        <p:spPr>
          <a:xfrm>
            <a:off x="3413076" y="3763734"/>
            <a:ext cx="2549553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▲ +XX% vs. LY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B1086D24-F71B-798E-072D-C788425E352E}"/>
              </a:ext>
            </a:extLst>
          </p:cNvPr>
          <p:cNvSpPr/>
          <p:nvPr/>
        </p:nvSpPr>
        <p:spPr>
          <a:xfrm>
            <a:off x="6045175" y="2935059"/>
            <a:ext cx="2679651" cy="1781175"/>
          </a:xfrm>
          <a:prstGeom prst="rect">
            <a:avLst/>
          </a:prstGeom>
          <a:solidFill>
            <a:srgbClr val="F4FBDA"/>
          </a:solidFill>
          <a:ln/>
        </p:spPr>
        <p:txBody>
          <a:bodyPr/>
          <a:lstStyle/>
          <a:p>
            <a:endParaRPr lang="fr-FR" sz="7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4AB9A30-5358-E13C-64FE-B4BB939FB57D}"/>
              </a:ext>
            </a:extLst>
          </p:cNvPr>
          <p:cNvSpPr/>
          <p:nvPr/>
        </p:nvSpPr>
        <p:spPr>
          <a:xfrm>
            <a:off x="6226150" y="3116034"/>
            <a:ext cx="2549471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00" spc="90">
                <a:solidFill>
                  <a:srgbClr val="5A5A5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METRIC SIX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6D5EA54C-48C1-7082-4DFF-BBCBFDC2360B}"/>
              </a:ext>
            </a:extLst>
          </p:cNvPr>
          <p:cNvSpPr/>
          <p:nvPr/>
        </p:nvSpPr>
        <p:spPr>
          <a:xfrm>
            <a:off x="6226150" y="3306534"/>
            <a:ext cx="2549471" cy="4191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>
              <a:lnSpc>
                <a:spcPct val="80769"/>
              </a:lnSpc>
            </a:pPr>
            <a:r>
              <a:rPr lang="en-US" sz="3150">
                <a:solidFill>
                  <a:srgbClr val="161616"/>
                </a:solidFill>
                <a:latin typeface="Ufficio" pitchFamily="34" charset="0"/>
                <a:ea typeface="Ufficio" pitchFamily="34" charset="-122"/>
                <a:cs typeface="Ufficio" pitchFamily="34" charset="-120"/>
              </a:rPr>
              <a:t>XX</a:t>
            </a:r>
            <a:endParaRPr lang="en-US" sz="315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89DB3AE0-042F-5330-F3F8-9C7CAF74F8E8}"/>
              </a:ext>
            </a:extLst>
          </p:cNvPr>
          <p:cNvSpPr/>
          <p:nvPr/>
        </p:nvSpPr>
        <p:spPr>
          <a:xfrm>
            <a:off x="6226150" y="3763734"/>
            <a:ext cx="2549471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▲ +XX% vs. LY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3" name="Google Shape;185;p9">
            <a:extLst>
              <a:ext uri="{FF2B5EF4-FFF2-40B4-BE49-F238E27FC236}">
                <a16:creationId xmlns:a16="http://schemas.microsoft.com/office/drawing/2014/main" id="{F3DBF5D6-0864-BAF4-919A-EA79898DC74B}"/>
              </a:ext>
            </a:extLst>
          </p:cNvPr>
          <p:cNvSpPr txBox="1"/>
          <p:nvPr/>
        </p:nvSpPr>
        <p:spPr>
          <a:xfrm>
            <a:off x="295835" y="183355"/>
            <a:ext cx="7253652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Lorem ipsum dolor sit </a:t>
            </a:r>
            <a:b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</a:br>
            <a: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amet </a:t>
            </a:r>
            <a:r>
              <a:rPr lang="fr" sz="24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consectetur</a:t>
            </a:r>
            <a:endParaRPr sz="2300">
              <a:solidFill>
                <a:schemeClr val="dk1"/>
              </a:solidFill>
              <a:latin typeface="Ufficio 300" pitchFamily="2" charset="0"/>
              <a:ea typeface="Geist"/>
              <a:cs typeface="Geist"/>
              <a:sym typeface="Geist"/>
            </a:endParaRPr>
          </a:p>
        </p:txBody>
      </p:sp>
      <p:sp>
        <p:nvSpPr>
          <p:cNvPr id="2" name="Google Shape;135;p7">
            <a:extLst>
              <a:ext uri="{FF2B5EF4-FFF2-40B4-BE49-F238E27FC236}">
                <a16:creationId xmlns:a16="http://schemas.microsoft.com/office/drawing/2014/main" id="{84E1004C-1DC1-EF4E-E6FD-29FF275714BB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tx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31</a:t>
            </a:fld>
            <a:endParaRPr lang="fr" sz="1000">
              <a:solidFill>
                <a:schemeClr val="tx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775301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FEB7A-1104-4135-98FE-DC574F74E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4FB9BEAD-FA76-CB95-F170-8838C938A2C5}"/>
              </a:ext>
            </a:extLst>
          </p:cNvPr>
          <p:cNvSpPr/>
          <p:nvPr/>
        </p:nvSpPr>
        <p:spPr>
          <a:xfrm>
            <a:off x="419100" y="1107623"/>
            <a:ext cx="4086225" cy="1702254"/>
          </a:xfrm>
          <a:prstGeom prst="rect">
            <a:avLst/>
          </a:prstGeom>
          <a:solidFill>
            <a:srgbClr val="AAB0A6"/>
          </a:solidFill>
          <a:ln/>
        </p:spPr>
        <p:txBody>
          <a:bodyPr/>
          <a:lstStyle/>
          <a:p>
            <a:endParaRPr lang="fr-FR" sz="7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CF2991F-D26B-46C9-D7DB-FA842AF14FA6}"/>
              </a:ext>
            </a:extLst>
          </p:cNvPr>
          <p:cNvSpPr/>
          <p:nvPr/>
        </p:nvSpPr>
        <p:spPr>
          <a:xfrm>
            <a:off x="544284" y="1243692"/>
            <a:ext cx="4075748" cy="228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r>
              <a:rPr lang="en-US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Strengths</a:t>
            </a:r>
            <a:endParaRPr lang="en-US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4D146E8-ED14-3A79-FB7D-1D3F95AF2F0B}"/>
              </a:ext>
            </a:extLst>
          </p:cNvPr>
          <p:cNvSpPr/>
          <p:nvPr/>
        </p:nvSpPr>
        <p:spPr>
          <a:xfrm>
            <a:off x="544284" y="1538967"/>
            <a:ext cx="3816382" cy="4000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>
              <a:lnSpc>
                <a:spcPct val="130645"/>
              </a:lnSpc>
            </a:pPr>
            <a:r>
              <a:rPr lang="en-US" sz="1013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Ut enim ad minim veniam, quis nostrud exercitation ullamco laboris nisi ut aliquip ex ea commodo consequat.</a:t>
            </a:r>
            <a:endParaRPr lang="en-US" sz="1013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7A2C805-3481-18E6-EDCF-E20F6ED309F1}"/>
              </a:ext>
            </a:extLst>
          </p:cNvPr>
          <p:cNvSpPr/>
          <p:nvPr/>
        </p:nvSpPr>
        <p:spPr>
          <a:xfrm>
            <a:off x="4638675" y="1107623"/>
            <a:ext cx="4086225" cy="1702254"/>
          </a:xfrm>
          <a:prstGeom prst="rect">
            <a:avLst/>
          </a:prstGeom>
          <a:solidFill>
            <a:srgbClr val="D5D3C4"/>
          </a:solidFill>
          <a:ln/>
        </p:spPr>
        <p:txBody>
          <a:bodyPr/>
          <a:lstStyle/>
          <a:p>
            <a:endParaRPr lang="fr-FR" sz="7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28FDA08-F0BE-87B6-0B47-9C83DF271F5C}"/>
              </a:ext>
            </a:extLst>
          </p:cNvPr>
          <p:cNvSpPr/>
          <p:nvPr/>
        </p:nvSpPr>
        <p:spPr>
          <a:xfrm>
            <a:off x="4774745" y="1243692"/>
            <a:ext cx="4075748" cy="228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r>
              <a:rPr lang="en-US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Weaknesses</a:t>
            </a:r>
            <a:endParaRPr lang="en-US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A274770-9DC6-BA13-141B-CD6D05995459}"/>
              </a:ext>
            </a:extLst>
          </p:cNvPr>
          <p:cNvSpPr/>
          <p:nvPr/>
        </p:nvSpPr>
        <p:spPr>
          <a:xfrm>
            <a:off x="4774745" y="1538967"/>
            <a:ext cx="3816382" cy="4000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>
              <a:lnSpc>
                <a:spcPct val="130645"/>
              </a:lnSpc>
            </a:pPr>
            <a:r>
              <a:rPr lang="en-US" sz="1013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Ut enim ad minim veniam, quis nostrud exercitation ullamco laboris nisi ut aliquip ex ea commodo consequat.</a:t>
            </a:r>
            <a:endParaRPr lang="en-US" sz="1013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9F141BC-13FE-83EB-A606-C1879D59D13B}"/>
              </a:ext>
            </a:extLst>
          </p:cNvPr>
          <p:cNvSpPr/>
          <p:nvPr/>
        </p:nvSpPr>
        <p:spPr>
          <a:xfrm>
            <a:off x="419100" y="2913291"/>
            <a:ext cx="4086225" cy="1702254"/>
          </a:xfrm>
          <a:prstGeom prst="rect">
            <a:avLst/>
          </a:prstGeom>
          <a:solidFill>
            <a:srgbClr val="F4FBDA"/>
          </a:solidFill>
          <a:ln/>
        </p:spPr>
        <p:txBody>
          <a:bodyPr/>
          <a:lstStyle/>
          <a:p>
            <a:endParaRPr lang="fr-FR" sz="7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B8A2CD9-4166-99FD-BB47-DBAB0825DF4B}"/>
              </a:ext>
            </a:extLst>
          </p:cNvPr>
          <p:cNvSpPr/>
          <p:nvPr/>
        </p:nvSpPr>
        <p:spPr>
          <a:xfrm>
            <a:off x="544284" y="3049360"/>
            <a:ext cx="4075748" cy="228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Opportunities</a:t>
            </a:r>
            <a:endParaRPr lang="en-US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DC50B32-25E3-B8B0-57EA-3828950B479B}"/>
              </a:ext>
            </a:extLst>
          </p:cNvPr>
          <p:cNvSpPr/>
          <p:nvPr/>
        </p:nvSpPr>
        <p:spPr>
          <a:xfrm>
            <a:off x="544284" y="3344635"/>
            <a:ext cx="3816382" cy="4000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>
              <a:lnSpc>
                <a:spcPct val="130645"/>
              </a:lnSpc>
            </a:pPr>
            <a:r>
              <a:rPr lang="en-US" sz="1013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Ut enim ad minim veniam, quis nostrud exercitation ullamco laboris nisi ut aliquip ex ea commodo consequat.</a:t>
            </a:r>
            <a:endParaRPr lang="en-US" sz="1013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1744FA4-B550-349B-8044-B405BA17C72F}"/>
              </a:ext>
            </a:extLst>
          </p:cNvPr>
          <p:cNvSpPr/>
          <p:nvPr/>
        </p:nvSpPr>
        <p:spPr>
          <a:xfrm>
            <a:off x="4638675" y="2913291"/>
            <a:ext cx="4086225" cy="1702254"/>
          </a:xfrm>
          <a:prstGeom prst="rect">
            <a:avLst/>
          </a:prstGeom>
          <a:solidFill>
            <a:srgbClr val="767884"/>
          </a:solidFill>
          <a:ln/>
        </p:spPr>
        <p:txBody>
          <a:bodyPr/>
          <a:lstStyle/>
          <a:p>
            <a:endParaRPr lang="fr-FR" sz="7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0723023-60C9-5BC5-8EFC-5965C8A38FFF}"/>
              </a:ext>
            </a:extLst>
          </p:cNvPr>
          <p:cNvSpPr/>
          <p:nvPr/>
        </p:nvSpPr>
        <p:spPr>
          <a:xfrm>
            <a:off x="4774745" y="3049360"/>
            <a:ext cx="4075748" cy="228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r>
              <a:rPr lang="en-US">
                <a:solidFill>
                  <a:srgbClr val="FFFFFF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Threats</a:t>
            </a:r>
            <a:endParaRPr lang="en-US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CA4557E-67BA-A830-3940-44BC42B2A75E}"/>
              </a:ext>
            </a:extLst>
          </p:cNvPr>
          <p:cNvSpPr/>
          <p:nvPr/>
        </p:nvSpPr>
        <p:spPr>
          <a:xfrm>
            <a:off x="4774745" y="3344635"/>
            <a:ext cx="3816382" cy="4000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>
              <a:lnSpc>
                <a:spcPct val="130645"/>
              </a:lnSpc>
            </a:pPr>
            <a:r>
              <a:rPr lang="en-US" sz="1013">
                <a:solidFill>
                  <a:srgbClr val="FFFFFF">
                    <a:alpha val="85000"/>
                  </a:srgbClr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Ut enim ad minim veniam, quis nostrud exercitation ullamco laboris nisi ut aliquip ex ea commodo consequat.</a:t>
            </a:r>
            <a:endParaRPr lang="en-US" sz="1013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1" name="Google Shape;185;p9">
            <a:extLst>
              <a:ext uri="{FF2B5EF4-FFF2-40B4-BE49-F238E27FC236}">
                <a16:creationId xmlns:a16="http://schemas.microsoft.com/office/drawing/2014/main" id="{F86F971D-FAD6-2A2F-00A0-0792A0E238D7}"/>
              </a:ext>
            </a:extLst>
          </p:cNvPr>
          <p:cNvSpPr txBox="1"/>
          <p:nvPr/>
        </p:nvSpPr>
        <p:spPr>
          <a:xfrm>
            <a:off x="295835" y="183355"/>
            <a:ext cx="7253652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Lorem ipsum dolor sit </a:t>
            </a:r>
            <a:b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</a:br>
            <a: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amet </a:t>
            </a:r>
            <a:r>
              <a:rPr lang="fr" sz="24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consectetur</a:t>
            </a:r>
            <a:endParaRPr sz="2300">
              <a:solidFill>
                <a:schemeClr val="dk1"/>
              </a:solidFill>
              <a:latin typeface="Ufficio 300" pitchFamily="2" charset="0"/>
              <a:ea typeface="Geist"/>
              <a:cs typeface="Geist"/>
              <a:sym typeface="Geist"/>
            </a:endParaRPr>
          </a:p>
        </p:txBody>
      </p:sp>
      <p:sp>
        <p:nvSpPr>
          <p:cNvPr id="2" name="Google Shape;135;p7">
            <a:extLst>
              <a:ext uri="{FF2B5EF4-FFF2-40B4-BE49-F238E27FC236}">
                <a16:creationId xmlns:a16="http://schemas.microsoft.com/office/drawing/2014/main" id="{1F4F5FFC-B785-6AD3-2FF5-FBBD20C1BF19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tx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32</a:t>
            </a:fld>
            <a:endParaRPr lang="fr" sz="1000">
              <a:solidFill>
                <a:schemeClr val="tx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235959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CE848-FEFE-E069-174C-1B1343A8E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>
            <a:extLst>
              <a:ext uri="{FF2B5EF4-FFF2-40B4-BE49-F238E27FC236}">
                <a16:creationId xmlns:a16="http://schemas.microsoft.com/office/drawing/2014/main" id="{93A3A979-B7CD-B4F8-5456-CF5554F44F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25" t="23347" r="18302" b="13473"/>
          <a:stretch>
            <a:fillRect/>
          </a:stretch>
        </p:blipFill>
        <p:spPr>
          <a:xfrm>
            <a:off x="6052959" y="1381691"/>
            <a:ext cx="2659997" cy="3249628"/>
          </a:xfrm>
          <a:prstGeom prst="rect">
            <a:avLst/>
          </a:prstGeom>
        </p:spPr>
      </p:pic>
      <p:sp>
        <p:nvSpPr>
          <p:cNvPr id="4" name="Shape 2">
            <a:extLst>
              <a:ext uri="{FF2B5EF4-FFF2-40B4-BE49-F238E27FC236}">
                <a16:creationId xmlns:a16="http://schemas.microsoft.com/office/drawing/2014/main" id="{150C7FDA-C9B9-0BEA-7A89-3D538289FB41}"/>
              </a:ext>
            </a:extLst>
          </p:cNvPr>
          <p:cNvSpPr/>
          <p:nvPr/>
        </p:nvSpPr>
        <p:spPr>
          <a:xfrm>
            <a:off x="424043" y="3072102"/>
            <a:ext cx="2667000" cy="1559217"/>
          </a:xfrm>
          <a:prstGeom prst="rect">
            <a:avLst/>
          </a:prstGeom>
          <a:solidFill>
            <a:srgbClr val="AAB0A6"/>
          </a:solidFill>
          <a:ln/>
        </p:spPr>
        <p:txBody>
          <a:bodyPr/>
          <a:lstStyle/>
          <a:p>
            <a:endParaRPr lang="fr-FR" sz="7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F8E760D-4137-ED2E-0FAD-F48DFA9D54EC}"/>
              </a:ext>
            </a:extLst>
          </p:cNvPr>
          <p:cNvSpPr/>
          <p:nvPr/>
        </p:nvSpPr>
        <p:spPr>
          <a:xfrm>
            <a:off x="557391" y="3235386"/>
            <a:ext cx="256803" cy="20955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fr-FR" sz="7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80D1769-E899-BAA4-FAE6-FAED74171935}"/>
              </a:ext>
            </a:extLst>
          </p:cNvPr>
          <p:cNvSpPr/>
          <p:nvPr/>
        </p:nvSpPr>
        <p:spPr>
          <a:xfrm>
            <a:off x="594051" y="3263961"/>
            <a:ext cx="195800" cy="171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75">
                <a:solidFill>
                  <a:srgbClr val="FFFFFF"/>
                </a:solidFill>
                <a:latin typeface="Ufficio" pitchFamily="34" charset="0"/>
                <a:ea typeface="Ufficio" pitchFamily="34" charset="-122"/>
                <a:cs typeface="Ufficio" pitchFamily="34" charset="-120"/>
              </a:rPr>
              <a:t>03</a:t>
            </a:r>
            <a:endParaRPr lang="en-US" sz="975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CD8697F2-2C41-4184-5C18-93C9DCF865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6553" y="3216336"/>
            <a:ext cx="247650" cy="247650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468C4190-EB5F-83D3-BDFE-4E672EA7F470}"/>
              </a:ext>
            </a:extLst>
          </p:cNvPr>
          <p:cNvSpPr/>
          <p:nvPr/>
        </p:nvSpPr>
        <p:spPr>
          <a:xfrm>
            <a:off x="557391" y="3616386"/>
            <a:ext cx="2472690" cy="228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r>
              <a:rPr lang="en-US" sz="1275" b="1">
                <a:solidFill>
                  <a:srgbClr val="16161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Transformation</a:t>
            </a:r>
            <a:endParaRPr lang="en-US" sz="1275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4D14106-85F9-6317-8F94-7EAA723EF1FF}"/>
              </a:ext>
            </a:extLst>
          </p:cNvPr>
          <p:cNvSpPr/>
          <p:nvPr/>
        </p:nvSpPr>
        <p:spPr>
          <a:xfrm>
            <a:off x="557390" y="3902136"/>
            <a:ext cx="2322339" cy="56797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0645"/>
              </a:lnSpc>
            </a:pP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Ut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enim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ad minim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veniam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, quis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nostrud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exercitation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ullamco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laboris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nisi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ut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aliquip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ex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ea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commodo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consequat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.</a:t>
            </a:r>
            <a:endParaRPr lang="en-US" sz="8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ECA03329-9ACD-A4EF-6517-20C980E57BFC}"/>
              </a:ext>
            </a:extLst>
          </p:cNvPr>
          <p:cNvSpPr/>
          <p:nvPr/>
        </p:nvSpPr>
        <p:spPr>
          <a:xfrm>
            <a:off x="431044" y="1381691"/>
            <a:ext cx="2667000" cy="1559217"/>
          </a:xfrm>
          <a:prstGeom prst="rect">
            <a:avLst/>
          </a:prstGeom>
          <a:solidFill>
            <a:srgbClr val="D5D3C4"/>
          </a:solidFill>
          <a:ln/>
        </p:spPr>
        <p:txBody>
          <a:bodyPr/>
          <a:lstStyle/>
          <a:p>
            <a:endParaRPr lang="fr-FR" sz="70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C91E28C1-5DCB-9F18-574C-9AF498AB081B}"/>
              </a:ext>
            </a:extLst>
          </p:cNvPr>
          <p:cNvSpPr/>
          <p:nvPr/>
        </p:nvSpPr>
        <p:spPr>
          <a:xfrm>
            <a:off x="564392" y="1544975"/>
            <a:ext cx="283592" cy="20955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fr-FR" sz="70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E19DF7C2-CB14-729E-ABC8-E303113FAEFB}"/>
              </a:ext>
            </a:extLst>
          </p:cNvPr>
          <p:cNvSpPr/>
          <p:nvPr/>
        </p:nvSpPr>
        <p:spPr>
          <a:xfrm>
            <a:off x="624690" y="1573550"/>
            <a:ext cx="169292" cy="171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75">
                <a:solidFill>
                  <a:srgbClr val="FFFFFF"/>
                </a:solidFill>
                <a:latin typeface="Ufficio" pitchFamily="34" charset="0"/>
                <a:ea typeface="Ufficio" pitchFamily="34" charset="-122"/>
                <a:cs typeface="Ufficio" pitchFamily="34" charset="-120"/>
              </a:rPr>
              <a:t>01</a:t>
            </a:r>
            <a:endParaRPr lang="en-US" sz="975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0C4861CB-E0F1-B315-3700-56BED64A6F6C}"/>
              </a:ext>
            </a:extLst>
          </p:cNvPr>
          <p:cNvSpPr/>
          <p:nvPr/>
        </p:nvSpPr>
        <p:spPr>
          <a:xfrm>
            <a:off x="564392" y="1925975"/>
            <a:ext cx="2472690" cy="228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r>
              <a:rPr lang="en-US" sz="1275" b="1">
                <a:solidFill>
                  <a:srgbClr val="16161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Growth</a:t>
            </a:r>
            <a:endParaRPr lang="en-US" sz="1275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11F31FDB-D6B5-48D3-13E8-14B31DD5E072}"/>
              </a:ext>
            </a:extLst>
          </p:cNvPr>
          <p:cNvSpPr/>
          <p:nvPr/>
        </p:nvSpPr>
        <p:spPr>
          <a:xfrm>
            <a:off x="564392" y="2211725"/>
            <a:ext cx="2315337" cy="56797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>
              <a:lnSpc>
                <a:spcPct val="130645"/>
              </a:lnSpc>
            </a:pP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Ut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enim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ad minim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veniam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, quis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nostrud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exercitation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ullamco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laboris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nisi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ut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aliquip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ex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ea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commodo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consequat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.</a:t>
            </a:r>
            <a:endParaRPr lang="en-US" sz="8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E7330A8D-C981-CDE8-6303-3E5FA57F6B5C}"/>
              </a:ext>
            </a:extLst>
          </p:cNvPr>
          <p:cNvSpPr/>
          <p:nvPr/>
        </p:nvSpPr>
        <p:spPr>
          <a:xfrm>
            <a:off x="3250444" y="1381691"/>
            <a:ext cx="2667000" cy="1559217"/>
          </a:xfrm>
          <a:prstGeom prst="rect">
            <a:avLst/>
          </a:prstGeom>
          <a:solidFill>
            <a:srgbClr val="F4FBDA"/>
          </a:solidFill>
          <a:ln/>
        </p:spPr>
        <p:txBody>
          <a:bodyPr/>
          <a:lstStyle/>
          <a:p>
            <a:endParaRPr lang="fr-FR" sz="700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C11A94DF-4A82-DD55-9392-933FFA1586A9}"/>
              </a:ext>
            </a:extLst>
          </p:cNvPr>
          <p:cNvSpPr/>
          <p:nvPr/>
        </p:nvSpPr>
        <p:spPr>
          <a:xfrm>
            <a:off x="3459994" y="1544975"/>
            <a:ext cx="286792" cy="20955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fr-FR" sz="70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5DBD157E-36A8-BC73-3A0C-F781FB758ECA}"/>
              </a:ext>
            </a:extLst>
          </p:cNvPr>
          <p:cNvSpPr/>
          <p:nvPr/>
        </p:nvSpPr>
        <p:spPr>
          <a:xfrm>
            <a:off x="3520292" y="1573550"/>
            <a:ext cx="172492" cy="171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75">
                <a:solidFill>
                  <a:srgbClr val="FFFFFF"/>
                </a:solidFill>
                <a:latin typeface="Ufficio" pitchFamily="34" charset="0"/>
                <a:ea typeface="Ufficio" pitchFamily="34" charset="-122"/>
                <a:cs typeface="Ufficio" pitchFamily="34" charset="-120"/>
              </a:rPr>
              <a:t>02</a:t>
            </a:r>
            <a:endParaRPr lang="en-US" sz="975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FD1ECE2B-76C6-9252-0732-A8E3E4921D8B}"/>
              </a:ext>
            </a:extLst>
          </p:cNvPr>
          <p:cNvSpPr/>
          <p:nvPr/>
        </p:nvSpPr>
        <p:spPr>
          <a:xfrm>
            <a:off x="3459994" y="1925975"/>
            <a:ext cx="2472690" cy="228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r>
              <a:rPr lang="en-US" sz="1275" b="1">
                <a:solidFill>
                  <a:srgbClr val="16161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Productivity</a:t>
            </a:r>
            <a:endParaRPr lang="en-US" sz="1275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047D340B-04F2-602A-A359-76A8E5699461}"/>
              </a:ext>
            </a:extLst>
          </p:cNvPr>
          <p:cNvSpPr/>
          <p:nvPr/>
        </p:nvSpPr>
        <p:spPr>
          <a:xfrm>
            <a:off x="3459994" y="2211725"/>
            <a:ext cx="2315337" cy="56797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>
              <a:lnSpc>
                <a:spcPct val="130645"/>
              </a:lnSpc>
            </a:pP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Ut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enim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ad minim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veniam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, quis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nostrud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exercitation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ullamco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laboris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nisi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ut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aliquip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ex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ea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commodo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consequat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.</a:t>
            </a:r>
            <a:endParaRPr lang="en-US" sz="8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EAB10197-DCC5-472B-4675-5993F3A27049}"/>
              </a:ext>
            </a:extLst>
          </p:cNvPr>
          <p:cNvSpPr/>
          <p:nvPr/>
        </p:nvSpPr>
        <p:spPr>
          <a:xfrm>
            <a:off x="3250444" y="3076021"/>
            <a:ext cx="2667000" cy="1559217"/>
          </a:xfrm>
          <a:prstGeom prst="rect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fr-FR" sz="700"/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D27CAA7D-3178-B713-7F1B-7700FCF62B26}"/>
              </a:ext>
            </a:extLst>
          </p:cNvPr>
          <p:cNvSpPr/>
          <p:nvPr/>
        </p:nvSpPr>
        <p:spPr>
          <a:xfrm>
            <a:off x="3459994" y="3239305"/>
            <a:ext cx="256803" cy="20955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fr-FR" sz="70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53BFC2F0-5D12-BCF6-33EC-D6683C2A61A1}"/>
              </a:ext>
            </a:extLst>
          </p:cNvPr>
          <p:cNvSpPr/>
          <p:nvPr/>
        </p:nvSpPr>
        <p:spPr>
          <a:xfrm>
            <a:off x="3499536" y="3267880"/>
            <a:ext cx="202801" cy="171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75">
                <a:solidFill>
                  <a:srgbClr val="FFFFFF"/>
                </a:solidFill>
                <a:latin typeface="Ufficio" pitchFamily="34" charset="0"/>
                <a:ea typeface="Ufficio" pitchFamily="34" charset="-122"/>
                <a:cs typeface="Ufficio" pitchFamily="34" charset="-120"/>
              </a:rPr>
              <a:t>04</a:t>
            </a:r>
            <a:endParaRPr lang="en-US" sz="975"/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18F39509-FFDA-32ED-B1B3-A7CE5C700F0F}"/>
              </a:ext>
            </a:extLst>
          </p:cNvPr>
          <p:cNvSpPr/>
          <p:nvPr/>
        </p:nvSpPr>
        <p:spPr>
          <a:xfrm>
            <a:off x="3459994" y="3620305"/>
            <a:ext cx="2247900" cy="228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r>
              <a:rPr lang="en-US" sz="1275" b="1">
                <a:solidFill>
                  <a:srgbClr val="16161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Risk &amp; Compliance</a:t>
            </a:r>
            <a:endParaRPr lang="en-US" sz="1275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65CFA825-97E9-5F53-A135-447C1D318029}"/>
              </a:ext>
            </a:extLst>
          </p:cNvPr>
          <p:cNvSpPr/>
          <p:nvPr/>
        </p:nvSpPr>
        <p:spPr>
          <a:xfrm>
            <a:off x="3459994" y="3906055"/>
            <a:ext cx="2315337" cy="56797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0645"/>
              </a:lnSpc>
            </a:pP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Ut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enim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ad minim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veniam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, quis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nostrud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exercitation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ullamco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laboris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nisi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ut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aliquip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ex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ea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commodo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consequat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.</a:t>
            </a:r>
            <a:endParaRPr lang="en-US" sz="8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3" name="Shape 13">
            <a:extLst>
              <a:ext uri="{FF2B5EF4-FFF2-40B4-BE49-F238E27FC236}">
                <a16:creationId xmlns:a16="http://schemas.microsoft.com/office/drawing/2014/main" id="{8EF7E0AD-0874-0D44-A024-2074017331E4}"/>
              </a:ext>
            </a:extLst>
          </p:cNvPr>
          <p:cNvSpPr/>
          <p:nvPr/>
        </p:nvSpPr>
        <p:spPr>
          <a:xfrm>
            <a:off x="6217199" y="1610291"/>
            <a:ext cx="286792" cy="20955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/>
          <a:lstStyle/>
          <a:p>
            <a:endParaRPr lang="fr-FR" sz="700"/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AC77A8A1-D98B-0A5D-F7BD-CCD3E13DBC6E}"/>
              </a:ext>
            </a:extLst>
          </p:cNvPr>
          <p:cNvSpPr/>
          <p:nvPr/>
        </p:nvSpPr>
        <p:spPr>
          <a:xfrm>
            <a:off x="6277497" y="1643809"/>
            <a:ext cx="172492" cy="171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75">
                <a:solidFill>
                  <a:srgbClr val="FFFFFF"/>
                </a:solidFill>
                <a:latin typeface="Ufficio" pitchFamily="34" charset="0"/>
                <a:ea typeface="Ufficio" pitchFamily="34" charset="-122"/>
                <a:cs typeface="Ufficio" pitchFamily="34" charset="-120"/>
              </a:rPr>
              <a:t>05</a:t>
            </a:r>
            <a:endParaRPr lang="en-US" sz="975"/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E25570A4-6FA2-7334-F135-1DC59DDD3CEA}"/>
              </a:ext>
            </a:extLst>
          </p:cNvPr>
          <p:cNvSpPr/>
          <p:nvPr/>
        </p:nvSpPr>
        <p:spPr>
          <a:xfrm>
            <a:off x="6217199" y="1991291"/>
            <a:ext cx="2472690" cy="228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r>
              <a:rPr lang="en-US" sz="1275" b="1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Other</a:t>
            </a:r>
            <a:endParaRPr lang="en-US" sz="1275">
              <a:solidFill>
                <a:schemeClr val="bg1"/>
              </a:solidFill>
            </a:endParaRPr>
          </a:p>
        </p:txBody>
      </p: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D93E1700-BB53-9E8C-A6AD-23BA07EF91D1}"/>
              </a:ext>
            </a:extLst>
          </p:cNvPr>
          <p:cNvCxnSpPr>
            <a:cxnSpLocks/>
          </p:cNvCxnSpPr>
          <p:nvPr/>
        </p:nvCxnSpPr>
        <p:spPr>
          <a:xfrm flipV="1">
            <a:off x="0" y="1072224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Image 0" descr="preencoded.png">
            <a:extLst>
              <a:ext uri="{FF2B5EF4-FFF2-40B4-BE49-F238E27FC236}">
                <a16:creationId xmlns:a16="http://schemas.microsoft.com/office/drawing/2014/main" id="{2037AF68-94D3-B13C-A52B-BAAE62C1FC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06062" y="1514824"/>
            <a:ext cx="252000" cy="252000"/>
          </a:xfrm>
          <a:prstGeom prst="rect">
            <a:avLst/>
          </a:prstGeom>
        </p:spPr>
      </p:pic>
      <p:pic>
        <p:nvPicPr>
          <p:cNvPr id="31" name="Image 1" descr="preencoded.png">
            <a:extLst>
              <a:ext uri="{FF2B5EF4-FFF2-40B4-BE49-F238E27FC236}">
                <a16:creationId xmlns:a16="http://schemas.microsoft.com/office/drawing/2014/main" id="{03E31C13-CD8E-9C5F-556D-AA2EDAC70E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97057" y="1524549"/>
            <a:ext cx="252000" cy="252000"/>
          </a:xfrm>
          <a:prstGeom prst="rect">
            <a:avLst/>
          </a:prstGeom>
        </p:spPr>
      </p:pic>
      <p:pic>
        <p:nvPicPr>
          <p:cNvPr id="40" name="Image 3" descr="preencoded.png">
            <a:extLst>
              <a:ext uri="{FF2B5EF4-FFF2-40B4-BE49-F238E27FC236}">
                <a16:creationId xmlns:a16="http://schemas.microsoft.com/office/drawing/2014/main" id="{66A05164-4F38-B217-4EDB-6700A5F5EF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13748" y="3195072"/>
            <a:ext cx="252000" cy="252000"/>
          </a:xfrm>
          <a:prstGeom prst="rect">
            <a:avLst/>
          </a:prstGeom>
        </p:spPr>
      </p:pic>
      <p:sp>
        <p:nvSpPr>
          <p:cNvPr id="13" name="Google Shape;36;p4">
            <a:extLst>
              <a:ext uri="{FF2B5EF4-FFF2-40B4-BE49-F238E27FC236}">
                <a16:creationId xmlns:a16="http://schemas.microsoft.com/office/drawing/2014/main" id="{DBC72F82-D114-0DB4-FA76-C26989B476C3}"/>
              </a:ext>
            </a:extLst>
          </p:cNvPr>
          <p:cNvSpPr txBox="1"/>
          <p:nvPr/>
        </p:nvSpPr>
        <p:spPr>
          <a:xfrm>
            <a:off x="326571" y="289910"/>
            <a:ext cx="4101404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noProof="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Title of this slide in one or two lines maximum.</a:t>
            </a:r>
          </a:p>
        </p:txBody>
      </p:sp>
      <p:sp>
        <p:nvSpPr>
          <p:cNvPr id="2" name="Google Shape;135;p7">
            <a:extLst>
              <a:ext uri="{FF2B5EF4-FFF2-40B4-BE49-F238E27FC236}">
                <a16:creationId xmlns:a16="http://schemas.microsoft.com/office/drawing/2014/main" id="{03D5C49A-07DA-0FA0-1528-BAF3AF306C06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tx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33</a:t>
            </a:fld>
            <a:endParaRPr lang="fr" sz="1000">
              <a:solidFill>
                <a:schemeClr val="tx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7490710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2D426-92DF-53B4-DD6A-7D6032EEB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58FDD6B-8B46-81AE-11A9-2DCFA7FC79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25" t="23347" r="18302" b="13473"/>
          <a:stretch>
            <a:fillRect/>
          </a:stretch>
        </p:blipFill>
        <p:spPr>
          <a:xfrm>
            <a:off x="394499" y="1381691"/>
            <a:ext cx="2659997" cy="3249628"/>
          </a:xfrm>
          <a:prstGeom prst="rect">
            <a:avLst/>
          </a:prstGeom>
        </p:spPr>
      </p:pic>
      <p:sp>
        <p:nvSpPr>
          <p:cNvPr id="4" name="Shape 2">
            <a:extLst>
              <a:ext uri="{FF2B5EF4-FFF2-40B4-BE49-F238E27FC236}">
                <a16:creationId xmlns:a16="http://schemas.microsoft.com/office/drawing/2014/main" id="{DF8AD903-83B4-9FFD-3402-4ACB3950CCC3}"/>
              </a:ext>
            </a:extLst>
          </p:cNvPr>
          <p:cNvSpPr/>
          <p:nvPr/>
        </p:nvSpPr>
        <p:spPr>
          <a:xfrm>
            <a:off x="3199895" y="3072102"/>
            <a:ext cx="2667000" cy="1559217"/>
          </a:xfrm>
          <a:prstGeom prst="rect">
            <a:avLst/>
          </a:prstGeom>
          <a:solidFill>
            <a:srgbClr val="AAB0A6"/>
          </a:solidFill>
          <a:ln/>
        </p:spPr>
        <p:txBody>
          <a:bodyPr/>
          <a:lstStyle/>
          <a:p>
            <a:endParaRPr lang="fr-FR" sz="7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B32C75C-173D-B99B-7C1A-5B760C438BF4}"/>
              </a:ext>
            </a:extLst>
          </p:cNvPr>
          <p:cNvSpPr/>
          <p:nvPr/>
        </p:nvSpPr>
        <p:spPr>
          <a:xfrm>
            <a:off x="3333243" y="3235386"/>
            <a:ext cx="256803" cy="20955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fr-FR" sz="7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8B86788-2F61-015E-199C-A5167134662F}"/>
              </a:ext>
            </a:extLst>
          </p:cNvPr>
          <p:cNvSpPr/>
          <p:nvPr/>
        </p:nvSpPr>
        <p:spPr>
          <a:xfrm>
            <a:off x="3369903" y="3263961"/>
            <a:ext cx="195800" cy="171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75">
                <a:solidFill>
                  <a:srgbClr val="FFFFFF"/>
                </a:solidFill>
                <a:latin typeface="Ufficio" pitchFamily="34" charset="0"/>
                <a:ea typeface="Ufficio" pitchFamily="34" charset="-122"/>
                <a:cs typeface="Ufficio" pitchFamily="34" charset="-120"/>
              </a:rPr>
              <a:t>03</a:t>
            </a:r>
            <a:endParaRPr lang="en-US" sz="975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5F963A3A-307C-46F8-3932-B2CC726467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2405" y="3216336"/>
            <a:ext cx="247650" cy="247650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4C013492-E007-F1E6-9D15-03178080C38B}"/>
              </a:ext>
            </a:extLst>
          </p:cNvPr>
          <p:cNvSpPr/>
          <p:nvPr/>
        </p:nvSpPr>
        <p:spPr>
          <a:xfrm>
            <a:off x="3333243" y="3616386"/>
            <a:ext cx="2472690" cy="228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r>
              <a:rPr lang="en-US" sz="1275" b="1">
                <a:solidFill>
                  <a:srgbClr val="16161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Transformation</a:t>
            </a:r>
            <a:endParaRPr lang="en-US" sz="1275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D7BF832-B214-EA39-14A5-02A5878AF221}"/>
              </a:ext>
            </a:extLst>
          </p:cNvPr>
          <p:cNvSpPr/>
          <p:nvPr/>
        </p:nvSpPr>
        <p:spPr>
          <a:xfrm>
            <a:off x="3333242" y="3902136"/>
            <a:ext cx="2322339" cy="56797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0645"/>
              </a:lnSpc>
            </a:pP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Ut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enim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ad minim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veniam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, quis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nostrud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exercitation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ullamco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laboris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nisi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ut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aliquip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ex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ea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commodo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consequat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.</a:t>
            </a:r>
            <a:endParaRPr lang="en-US" sz="8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F555CF73-27E3-737C-5DDF-742A21A51202}"/>
              </a:ext>
            </a:extLst>
          </p:cNvPr>
          <p:cNvSpPr/>
          <p:nvPr/>
        </p:nvSpPr>
        <p:spPr>
          <a:xfrm>
            <a:off x="3206896" y="1381691"/>
            <a:ext cx="2667000" cy="1559217"/>
          </a:xfrm>
          <a:prstGeom prst="rect">
            <a:avLst/>
          </a:prstGeom>
          <a:solidFill>
            <a:srgbClr val="D5D3C4"/>
          </a:solidFill>
          <a:ln/>
        </p:spPr>
        <p:txBody>
          <a:bodyPr/>
          <a:lstStyle/>
          <a:p>
            <a:endParaRPr lang="fr-FR" sz="70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D7842B40-22EF-3B25-66C7-839918A69664}"/>
              </a:ext>
            </a:extLst>
          </p:cNvPr>
          <p:cNvSpPr/>
          <p:nvPr/>
        </p:nvSpPr>
        <p:spPr>
          <a:xfrm>
            <a:off x="3340244" y="1544975"/>
            <a:ext cx="283592" cy="20955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fr-FR" sz="70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5747EDA6-7C0A-E45A-694F-A7DBA67A4E07}"/>
              </a:ext>
            </a:extLst>
          </p:cNvPr>
          <p:cNvSpPr/>
          <p:nvPr/>
        </p:nvSpPr>
        <p:spPr>
          <a:xfrm>
            <a:off x="3400542" y="1573550"/>
            <a:ext cx="169292" cy="171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75">
                <a:solidFill>
                  <a:srgbClr val="FFFFFF"/>
                </a:solidFill>
                <a:latin typeface="Ufficio" pitchFamily="34" charset="0"/>
                <a:ea typeface="Ufficio" pitchFamily="34" charset="-122"/>
                <a:cs typeface="Ufficio" pitchFamily="34" charset="-120"/>
              </a:rPr>
              <a:t>01</a:t>
            </a:r>
            <a:endParaRPr lang="en-US" sz="975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857D40B0-1D8B-0AC2-FC37-3555829B3E91}"/>
              </a:ext>
            </a:extLst>
          </p:cNvPr>
          <p:cNvSpPr/>
          <p:nvPr/>
        </p:nvSpPr>
        <p:spPr>
          <a:xfrm>
            <a:off x="3340244" y="1925975"/>
            <a:ext cx="2472690" cy="228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r>
              <a:rPr lang="en-US" sz="1275" b="1">
                <a:solidFill>
                  <a:srgbClr val="16161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Growth</a:t>
            </a:r>
            <a:endParaRPr lang="en-US" sz="1275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5CDD0281-EB48-6F64-D971-3AC7E0A1999D}"/>
              </a:ext>
            </a:extLst>
          </p:cNvPr>
          <p:cNvSpPr/>
          <p:nvPr/>
        </p:nvSpPr>
        <p:spPr>
          <a:xfrm>
            <a:off x="3340244" y="2211725"/>
            <a:ext cx="2315337" cy="56797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>
              <a:lnSpc>
                <a:spcPct val="130645"/>
              </a:lnSpc>
            </a:pP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Ut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enim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ad minim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veniam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, quis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nostrud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exercitation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ullamco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laboris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nisi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ut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aliquip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ex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ea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commodo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consequat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.</a:t>
            </a:r>
            <a:endParaRPr lang="en-US" sz="8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8A9CDFAE-07FE-D8FB-2AA8-83E7D9D39E2E}"/>
              </a:ext>
            </a:extLst>
          </p:cNvPr>
          <p:cNvSpPr/>
          <p:nvPr/>
        </p:nvSpPr>
        <p:spPr>
          <a:xfrm>
            <a:off x="6026296" y="1381691"/>
            <a:ext cx="2667000" cy="1559217"/>
          </a:xfrm>
          <a:prstGeom prst="rect">
            <a:avLst/>
          </a:prstGeom>
          <a:solidFill>
            <a:srgbClr val="F4FBDA"/>
          </a:solidFill>
          <a:ln/>
        </p:spPr>
        <p:txBody>
          <a:bodyPr/>
          <a:lstStyle/>
          <a:p>
            <a:endParaRPr lang="fr-FR" sz="700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11C5AD29-2ACC-09F3-5635-719820C25ADD}"/>
              </a:ext>
            </a:extLst>
          </p:cNvPr>
          <p:cNvSpPr/>
          <p:nvPr/>
        </p:nvSpPr>
        <p:spPr>
          <a:xfrm>
            <a:off x="6235846" y="1544975"/>
            <a:ext cx="286792" cy="20955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fr-FR" sz="70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6D8C88E8-7D22-B03A-9D68-0CDF36E2478B}"/>
              </a:ext>
            </a:extLst>
          </p:cNvPr>
          <p:cNvSpPr/>
          <p:nvPr/>
        </p:nvSpPr>
        <p:spPr>
          <a:xfrm>
            <a:off x="6296144" y="1573550"/>
            <a:ext cx="172492" cy="171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75">
                <a:solidFill>
                  <a:srgbClr val="FFFFFF"/>
                </a:solidFill>
                <a:latin typeface="Ufficio" pitchFamily="34" charset="0"/>
                <a:ea typeface="Ufficio" pitchFamily="34" charset="-122"/>
                <a:cs typeface="Ufficio" pitchFamily="34" charset="-120"/>
              </a:rPr>
              <a:t>02</a:t>
            </a:r>
            <a:endParaRPr lang="en-US" sz="975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31EA9E08-6B38-9890-8E5D-F7F938104D0E}"/>
              </a:ext>
            </a:extLst>
          </p:cNvPr>
          <p:cNvSpPr/>
          <p:nvPr/>
        </p:nvSpPr>
        <p:spPr>
          <a:xfrm>
            <a:off x="6235846" y="1925975"/>
            <a:ext cx="2472690" cy="228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r>
              <a:rPr lang="en-US" sz="1275" b="1">
                <a:solidFill>
                  <a:srgbClr val="16161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Productivity</a:t>
            </a:r>
            <a:endParaRPr lang="en-US" sz="1275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9B093454-8FDC-1A9D-EC61-87336867DB64}"/>
              </a:ext>
            </a:extLst>
          </p:cNvPr>
          <p:cNvSpPr/>
          <p:nvPr/>
        </p:nvSpPr>
        <p:spPr>
          <a:xfrm>
            <a:off x="6235846" y="2211725"/>
            <a:ext cx="2315337" cy="56797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>
              <a:lnSpc>
                <a:spcPct val="130645"/>
              </a:lnSpc>
            </a:pP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Ut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enim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ad minim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veniam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, quis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nostrud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exercitation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ullamco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laboris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nisi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ut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aliquip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ex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ea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commodo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consequat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.</a:t>
            </a:r>
            <a:endParaRPr lang="en-US" sz="8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535CA88E-CCB7-EE2B-505B-C026DA65AE1E}"/>
              </a:ext>
            </a:extLst>
          </p:cNvPr>
          <p:cNvSpPr/>
          <p:nvPr/>
        </p:nvSpPr>
        <p:spPr>
          <a:xfrm>
            <a:off x="6026296" y="3076021"/>
            <a:ext cx="2667000" cy="1559217"/>
          </a:xfrm>
          <a:prstGeom prst="rect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fr-FR" sz="700"/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0C87CEB6-BBA0-DC39-4763-57D29A1850CA}"/>
              </a:ext>
            </a:extLst>
          </p:cNvPr>
          <p:cNvSpPr/>
          <p:nvPr/>
        </p:nvSpPr>
        <p:spPr>
          <a:xfrm>
            <a:off x="6235846" y="3239305"/>
            <a:ext cx="256803" cy="20955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fr-FR" sz="70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00D9AB0B-88BC-A1FD-18F8-AF5EC6DC1F8D}"/>
              </a:ext>
            </a:extLst>
          </p:cNvPr>
          <p:cNvSpPr/>
          <p:nvPr/>
        </p:nvSpPr>
        <p:spPr>
          <a:xfrm>
            <a:off x="6275388" y="3267880"/>
            <a:ext cx="202801" cy="171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75">
                <a:solidFill>
                  <a:srgbClr val="FFFFFF"/>
                </a:solidFill>
                <a:latin typeface="Ufficio" pitchFamily="34" charset="0"/>
                <a:ea typeface="Ufficio" pitchFamily="34" charset="-122"/>
                <a:cs typeface="Ufficio" pitchFamily="34" charset="-120"/>
              </a:rPr>
              <a:t>04</a:t>
            </a:r>
            <a:endParaRPr lang="en-US" sz="975"/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EBDD0AED-1E9B-F130-FB26-ECABA3488DBC}"/>
              </a:ext>
            </a:extLst>
          </p:cNvPr>
          <p:cNvSpPr/>
          <p:nvPr/>
        </p:nvSpPr>
        <p:spPr>
          <a:xfrm>
            <a:off x="6235846" y="3620305"/>
            <a:ext cx="2247900" cy="228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r>
              <a:rPr lang="en-US" sz="1275" b="1">
                <a:solidFill>
                  <a:srgbClr val="16161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Risk &amp; Compliance</a:t>
            </a:r>
            <a:endParaRPr lang="en-US" sz="1275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1ABB04C9-56D0-7713-E21F-C64C36BB6481}"/>
              </a:ext>
            </a:extLst>
          </p:cNvPr>
          <p:cNvSpPr/>
          <p:nvPr/>
        </p:nvSpPr>
        <p:spPr>
          <a:xfrm>
            <a:off x="6235846" y="3906055"/>
            <a:ext cx="2315337" cy="56797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30645"/>
              </a:lnSpc>
            </a:pP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Ut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enim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ad minim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veniam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, quis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nostrud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exercitation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ullamco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laboris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nisi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ut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aliquip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ex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ea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commodo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</a:t>
            </a:r>
            <a:r>
              <a:rPr lang="en-US" sz="800" err="1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consequat</a:t>
            </a:r>
            <a:r>
              <a:rPr lang="en-US" sz="800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.</a:t>
            </a:r>
            <a:endParaRPr lang="en-US" sz="8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1F2608DB-69E5-4192-7FCD-A72E695EE751}"/>
              </a:ext>
            </a:extLst>
          </p:cNvPr>
          <p:cNvCxnSpPr>
            <a:cxnSpLocks/>
          </p:cNvCxnSpPr>
          <p:nvPr/>
        </p:nvCxnSpPr>
        <p:spPr>
          <a:xfrm flipV="1">
            <a:off x="0" y="1072224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Image 0" descr="preencoded.png">
            <a:extLst>
              <a:ext uri="{FF2B5EF4-FFF2-40B4-BE49-F238E27FC236}">
                <a16:creationId xmlns:a16="http://schemas.microsoft.com/office/drawing/2014/main" id="{6CC4E904-638D-BC85-22FF-180AB3E50E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81914" y="1514824"/>
            <a:ext cx="252000" cy="252000"/>
          </a:xfrm>
          <a:prstGeom prst="rect">
            <a:avLst/>
          </a:prstGeom>
        </p:spPr>
      </p:pic>
      <p:pic>
        <p:nvPicPr>
          <p:cNvPr id="31" name="Image 1" descr="preencoded.png">
            <a:extLst>
              <a:ext uri="{FF2B5EF4-FFF2-40B4-BE49-F238E27FC236}">
                <a16:creationId xmlns:a16="http://schemas.microsoft.com/office/drawing/2014/main" id="{7BE34F12-A987-26B0-7D44-503A4AFAF8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72909" y="1524549"/>
            <a:ext cx="252000" cy="252000"/>
          </a:xfrm>
          <a:prstGeom prst="rect">
            <a:avLst/>
          </a:prstGeom>
        </p:spPr>
      </p:pic>
      <p:pic>
        <p:nvPicPr>
          <p:cNvPr id="40" name="Image 3" descr="preencoded.png">
            <a:extLst>
              <a:ext uri="{FF2B5EF4-FFF2-40B4-BE49-F238E27FC236}">
                <a16:creationId xmlns:a16="http://schemas.microsoft.com/office/drawing/2014/main" id="{B74861ED-8B42-FC9C-9049-C4FF956AA8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89600" y="3195072"/>
            <a:ext cx="252000" cy="252000"/>
          </a:xfrm>
          <a:prstGeom prst="rect">
            <a:avLst/>
          </a:prstGeom>
        </p:spPr>
      </p:pic>
      <p:sp>
        <p:nvSpPr>
          <p:cNvPr id="13" name="Google Shape;36;p4">
            <a:extLst>
              <a:ext uri="{FF2B5EF4-FFF2-40B4-BE49-F238E27FC236}">
                <a16:creationId xmlns:a16="http://schemas.microsoft.com/office/drawing/2014/main" id="{C738410E-9D3F-718B-B87B-AA8ECFF7CAD9}"/>
              </a:ext>
            </a:extLst>
          </p:cNvPr>
          <p:cNvSpPr txBox="1"/>
          <p:nvPr/>
        </p:nvSpPr>
        <p:spPr>
          <a:xfrm>
            <a:off x="326571" y="289910"/>
            <a:ext cx="4101404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noProof="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Title of this slide in one or two lines maximum.</a:t>
            </a:r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82631750-E0C0-F243-3402-A2026645AB81}"/>
              </a:ext>
            </a:extLst>
          </p:cNvPr>
          <p:cNvSpPr/>
          <p:nvPr/>
        </p:nvSpPr>
        <p:spPr>
          <a:xfrm>
            <a:off x="578404" y="1610291"/>
            <a:ext cx="286792" cy="20955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/>
          <a:lstStyle/>
          <a:p>
            <a:endParaRPr lang="fr-FR" sz="700"/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97D2D8F3-4AFA-FA05-AB93-F996B5149162}"/>
              </a:ext>
            </a:extLst>
          </p:cNvPr>
          <p:cNvSpPr/>
          <p:nvPr/>
        </p:nvSpPr>
        <p:spPr>
          <a:xfrm>
            <a:off x="638702" y="1643809"/>
            <a:ext cx="172492" cy="171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75">
                <a:solidFill>
                  <a:srgbClr val="FFFFFF"/>
                </a:solidFill>
                <a:latin typeface="Ufficio" pitchFamily="34" charset="0"/>
                <a:ea typeface="Ufficio" pitchFamily="34" charset="-122"/>
                <a:cs typeface="Ufficio" pitchFamily="34" charset="-120"/>
              </a:rPr>
              <a:t>05</a:t>
            </a:r>
            <a:endParaRPr lang="en-US" sz="975"/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ED72ABA2-DF2B-DB8F-45CF-40EBD7DAAF72}"/>
              </a:ext>
            </a:extLst>
          </p:cNvPr>
          <p:cNvSpPr/>
          <p:nvPr/>
        </p:nvSpPr>
        <p:spPr>
          <a:xfrm>
            <a:off x="578404" y="1991291"/>
            <a:ext cx="2472690" cy="228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r>
              <a:rPr lang="en-US" sz="1275" b="1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Other</a:t>
            </a:r>
            <a:endParaRPr lang="en-US" sz="1275">
              <a:solidFill>
                <a:schemeClr val="bg1"/>
              </a:solidFill>
            </a:endParaRPr>
          </a:p>
        </p:txBody>
      </p:sp>
      <p:sp>
        <p:nvSpPr>
          <p:cNvPr id="30" name="Google Shape;135;p7">
            <a:extLst>
              <a:ext uri="{FF2B5EF4-FFF2-40B4-BE49-F238E27FC236}">
                <a16:creationId xmlns:a16="http://schemas.microsoft.com/office/drawing/2014/main" id="{4D8F548A-69CC-8EF6-FDE7-D97695154DD3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tx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34</a:t>
            </a:fld>
            <a:endParaRPr lang="fr" sz="1000">
              <a:solidFill>
                <a:schemeClr val="tx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670435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34" name="Google Shape;1134;p48"/>
          <p:cNvCxnSpPr/>
          <p:nvPr/>
        </p:nvCxnSpPr>
        <p:spPr>
          <a:xfrm rot="10800000">
            <a:off x="0" y="2477588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35" name="Google Shape;1135;p48"/>
          <p:cNvCxnSpPr/>
          <p:nvPr/>
        </p:nvCxnSpPr>
        <p:spPr>
          <a:xfrm rot="10800000">
            <a:off x="0" y="2911338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36" name="Google Shape;1136;p48"/>
          <p:cNvCxnSpPr/>
          <p:nvPr/>
        </p:nvCxnSpPr>
        <p:spPr>
          <a:xfrm rot="10800000">
            <a:off x="0" y="2195165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37" name="Google Shape;1137;p48"/>
          <p:cNvCxnSpPr/>
          <p:nvPr/>
        </p:nvCxnSpPr>
        <p:spPr>
          <a:xfrm rot="10800000">
            <a:off x="0" y="3187840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38" name="Google Shape;1138;p48"/>
          <p:cNvCxnSpPr/>
          <p:nvPr/>
        </p:nvCxnSpPr>
        <p:spPr>
          <a:xfrm rot="10800000">
            <a:off x="0" y="1894378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39" name="Google Shape;1139;p48"/>
          <p:cNvCxnSpPr/>
          <p:nvPr/>
        </p:nvCxnSpPr>
        <p:spPr>
          <a:xfrm rot="10800000">
            <a:off x="0" y="3491403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49" name="Google Shape;1149;p48"/>
          <p:cNvSpPr txBox="1"/>
          <p:nvPr/>
        </p:nvSpPr>
        <p:spPr>
          <a:xfrm>
            <a:off x="3036125" y="2432827"/>
            <a:ext cx="2988000" cy="5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8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KEYWORD</a:t>
            </a:r>
            <a:endParaRPr sz="48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150" name="Google Shape;1150;p48"/>
          <p:cNvSpPr txBox="1"/>
          <p:nvPr/>
        </p:nvSpPr>
        <p:spPr>
          <a:xfrm>
            <a:off x="1862150" y="2174262"/>
            <a:ext cx="1877700" cy="3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KEYWORD</a:t>
            </a:r>
            <a:endParaRPr sz="30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151" name="Google Shape;1151;p48"/>
          <p:cNvSpPr txBox="1"/>
          <p:nvPr/>
        </p:nvSpPr>
        <p:spPr>
          <a:xfrm>
            <a:off x="5278700" y="2169910"/>
            <a:ext cx="1877700" cy="3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KEYWORD</a:t>
            </a:r>
            <a:endParaRPr sz="30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152" name="Google Shape;1152;p48"/>
          <p:cNvSpPr txBox="1"/>
          <p:nvPr/>
        </p:nvSpPr>
        <p:spPr>
          <a:xfrm>
            <a:off x="2385002" y="1843193"/>
            <a:ext cx="11337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KEYWORD</a:t>
            </a:r>
            <a:endParaRPr sz="18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153" name="Google Shape;1153;p48"/>
          <p:cNvSpPr txBox="1"/>
          <p:nvPr/>
        </p:nvSpPr>
        <p:spPr>
          <a:xfrm>
            <a:off x="3942425" y="2143299"/>
            <a:ext cx="11337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KEYWORD</a:t>
            </a:r>
            <a:endParaRPr sz="18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155" name="Google Shape;1155;p48"/>
          <p:cNvSpPr txBox="1"/>
          <p:nvPr/>
        </p:nvSpPr>
        <p:spPr>
          <a:xfrm>
            <a:off x="1862150" y="2889722"/>
            <a:ext cx="1877700" cy="3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KEYWORD</a:t>
            </a:r>
            <a:endParaRPr sz="30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156" name="Google Shape;1156;p48"/>
          <p:cNvSpPr txBox="1"/>
          <p:nvPr/>
        </p:nvSpPr>
        <p:spPr>
          <a:xfrm>
            <a:off x="5278700" y="2885370"/>
            <a:ext cx="1877700" cy="3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KEYWORD</a:t>
            </a:r>
            <a:endParaRPr sz="30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157" name="Google Shape;1157;p48"/>
          <p:cNvSpPr txBox="1"/>
          <p:nvPr/>
        </p:nvSpPr>
        <p:spPr>
          <a:xfrm>
            <a:off x="3942425" y="2965700"/>
            <a:ext cx="11337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KEYWORD</a:t>
            </a:r>
            <a:endParaRPr sz="18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158" name="Google Shape;1158;p48"/>
          <p:cNvSpPr txBox="1"/>
          <p:nvPr/>
        </p:nvSpPr>
        <p:spPr>
          <a:xfrm>
            <a:off x="5661291" y="1843193"/>
            <a:ext cx="11337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KEYWORD</a:t>
            </a:r>
            <a:endParaRPr sz="18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159" name="Google Shape;1159;p48"/>
          <p:cNvSpPr txBox="1"/>
          <p:nvPr/>
        </p:nvSpPr>
        <p:spPr>
          <a:xfrm>
            <a:off x="2385002" y="3267693"/>
            <a:ext cx="11337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KEYWORD</a:t>
            </a:r>
            <a:endParaRPr sz="18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160" name="Google Shape;1160;p48"/>
          <p:cNvSpPr txBox="1"/>
          <p:nvPr/>
        </p:nvSpPr>
        <p:spPr>
          <a:xfrm>
            <a:off x="5661291" y="3267693"/>
            <a:ext cx="11337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KEYWORD</a:t>
            </a:r>
            <a:endParaRPr sz="18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161" name="Google Shape;1161;p48"/>
          <p:cNvSpPr txBox="1"/>
          <p:nvPr/>
        </p:nvSpPr>
        <p:spPr>
          <a:xfrm>
            <a:off x="6060000" y="2563223"/>
            <a:ext cx="11337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KEYWORD</a:t>
            </a:r>
            <a:endParaRPr sz="18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162" name="Google Shape;1162;p48"/>
          <p:cNvSpPr txBox="1"/>
          <p:nvPr/>
        </p:nvSpPr>
        <p:spPr>
          <a:xfrm>
            <a:off x="1824850" y="2563223"/>
            <a:ext cx="1133700" cy="2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KEYWORD</a:t>
            </a:r>
            <a:endParaRPr sz="18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2" name="Google Shape;523;p27">
            <a:extLst>
              <a:ext uri="{FF2B5EF4-FFF2-40B4-BE49-F238E27FC236}">
                <a16:creationId xmlns:a16="http://schemas.microsoft.com/office/drawing/2014/main" id="{E8258BA1-9AB9-3609-C36A-16612BB66E7A}"/>
              </a:ext>
            </a:extLst>
          </p:cNvPr>
          <p:cNvSpPr txBox="1"/>
          <p:nvPr/>
        </p:nvSpPr>
        <p:spPr>
          <a:xfrm>
            <a:off x="143900" y="164835"/>
            <a:ext cx="88560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Lorem ipsum dolor sit amet</a:t>
            </a:r>
            <a:b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</a:br>
            <a: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consectetur</a:t>
            </a:r>
            <a:endParaRPr sz="2300">
              <a:solidFill>
                <a:schemeClr val="dk1"/>
              </a:solidFill>
              <a:latin typeface="Ufficio 300" pitchFamily="2" charset="0"/>
              <a:ea typeface="Geist"/>
              <a:cs typeface="Geist"/>
              <a:sym typeface="Geist"/>
            </a:endParaRPr>
          </a:p>
        </p:txBody>
      </p:sp>
      <p:sp>
        <p:nvSpPr>
          <p:cNvPr id="3" name="Google Shape;135;p7">
            <a:extLst>
              <a:ext uri="{FF2B5EF4-FFF2-40B4-BE49-F238E27FC236}">
                <a16:creationId xmlns:a16="http://schemas.microsoft.com/office/drawing/2014/main" id="{F808626D-3F7E-7866-B904-45289DEA50E7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tx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35</a:t>
            </a:fld>
            <a:endParaRPr lang="fr" sz="1000">
              <a:solidFill>
                <a:schemeClr val="tx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883BA-560A-909B-97E5-74AD4319D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Google Shape;1138;p48">
            <a:extLst>
              <a:ext uri="{FF2B5EF4-FFF2-40B4-BE49-F238E27FC236}">
                <a16:creationId xmlns:a16="http://schemas.microsoft.com/office/drawing/2014/main" id="{2C650998-FBCC-2DCF-BC05-34BD82482097}"/>
              </a:ext>
            </a:extLst>
          </p:cNvPr>
          <p:cNvCxnSpPr/>
          <p:nvPr/>
        </p:nvCxnSpPr>
        <p:spPr>
          <a:xfrm rot="10800000">
            <a:off x="-12554" y="2609850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" name="Google Shape;1138;p48">
            <a:extLst>
              <a:ext uri="{FF2B5EF4-FFF2-40B4-BE49-F238E27FC236}">
                <a16:creationId xmlns:a16="http://schemas.microsoft.com/office/drawing/2014/main" id="{7C3FADC9-1B87-C78A-C54F-F88C5E9D26C7}"/>
              </a:ext>
            </a:extLst>
          </p:cNvPr>
          <p:cNvCxnSpPr/>
          <p:nvPr/>
        </p:nvCxnSpPr>
        <p:spPr>
          <a:xfrm rot="10800000">
            <a:off x="-12554" y="3121479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" name="Google Shape;1138;p48">
            <a:extLst>
              <a:ext uri="{FF2B5EF4-FFF2-40B4-BE49-F238E27FC236}">
                <a16:creationId xmlns:a16="http://schemas.microsoft.com/office/drawing/2014/main" id="{68D080AB-23C7-DC7A-E1E7-A610AD61B7AE}"/>
              </a:ext>
            </a:extLst>
          </p:cNvPr>
          <p:cNvCxnSpPr/>
          <p:nvPr/>
        </p:nvCxnSpPr>
        <p:spPr>
          <a:xfrm rot="10800000">
            <a:off x="-12554" y="3646714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" name="Google Shape;1138;p48">
            <a:extLst>
              <a:ext uri="{FF2B5EF4-FFF2-40B4-BE49-F238E27FC236}">
                <a16:creationId xmlns:a16="http://schemas.microsoft.com/office/drawing/2014/main" id="{8C744AC2-B54F-1B10-D63A-52EB1ADA7E6B}"/>
              </a:ext>
            </a:extLst>
          </p:cNvPr>
          <p:cNvCxnSpPr/>
          <p:nvPr/>
        </p:nvCxnSpPr>
        <p:spPr>
          <a:xfrm rot="10800000">
            <a:off x="-12554" y="4150179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" name="Google Shape;1138;p48">
            <a:extLst>
              <a:ext uri="{FF2B5EF4-FFF2-40B4-BE49-F238E27FC236}">
                <a16:creationId xmlns:a16="http://schemas.microsoft.com/office/drawing/2014/main" id="{759F1A8D-EA00-FC82-8283-0177F5084C71}"/>
              </a:ext>
            </a:extLst>
          </p:cNvPr>
          <p:cNvCxnSpPr/>
          <p:nvPr/>
        </p:nvCxnSpPr>
        <p:spPr>
          <a:xfrm rot="10800000">
            <a:off x="0" y="2101208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Shape 3">
            <a:extLst>
              <a:ext uri="{FF2B5EF4-FFF2-40B4-BE49-F238E27FC236}">
                <a16:creationId xmlns:a16="http://schemas.microsoft.com/office/drawing/2014/main" id="{22A009A3-7209-1236-8075-27B848300458}"/>
              </a:ext>
            </a:extLst>
          </p:cNvPr>
          <p:cNvSpPr/>
          <p:nvPr/>
        </p:nvSpPr>
        <p:spPr>
          <a:xfrm>
            <a:off x="5190456" y="1685925"/>
            <a:ext cx="1767185" cy="304800"/>
          </a:xfrm>
          <a:prstGeom prst="rect">
            <a:avLst/>
          </a:prstGeom>
          <a:solidFill>
            <a:srgbClr val="F4FBDA"/>
          </a:solidFill>
          <a:ln/>
        </p:spPr>
        <p:txBody>
          <a:bodyPr/>
          <a:lstStyle/>
          <a:p>
            <a:endParaRPr lang="fr-FR" sz="7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9D65AD8-8C4B-4FCE-8291-2F8248C033A9}"/>
              </a:ext>
            </a:extLst>
          </p:cNvPr>
          <p:cNvSpPr/>
          <p:nvPr/>
        </p:nvSpPr>
        <p:spPr>
          <a:xfrm>
            <a:off x="5163948" y="1752600"/>
            <a:ext cx="1820201" cy="1905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algn="ctr"/>
            <a:r>
              <a:rPr lang="en-US" sz="1050" b="1">
                <a:solidFill>
                  <a:srgbClr val="16161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Option B</a:t>
            </a:r>
            <a:endParaRPr lang="en-US" sz="105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673AF4F-1A81-23B8-B5DE-67415D810C3D}"/>
              </a:ext>
            </a:extLst>
          </p:cNvPr>
          <p:cNvSpPr/>
          <p:nvPr/>
        </p:nvSpPr>
        <p:spPr>
          <a:xfrm>
            <a:off x="6869278" y="1752600"/>
            <a:ext cx="1943986" cy="1905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algn="ctr"/>
            <a:r>
              <a:rPr lang="en-US" sz="1050" b="1">
                <a:solidFill>
                  <a:srgbClr val="16161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Option C</a:t>
            </a:r>
            <a:endParaRPr lang="en-US" sz="105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B7B0CB0-6A6C-6C05-E0E0-39C9A58510AC}"/>
              </a:ext>
            </a:extLst>
          </p:cNvPr>
          <p:cNvSpPr/>
          <p:nvPr/>
        </p:nvSpPr>
        <p:spPr>
          <a:xfrm>
            <a:off x="419100" y="2281238"/>
            <a:ext cx="2772000" cy="171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r>
              <a:rPr lang="en-US" sz="1050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Feature example one</a:t>
            </a:r>
            <a:endParaRPr lang="en-US" sz="105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28D64F3-87F9-0AF3-40C3-C314672F1E8F}"/>
              </a:ext>
            </a:extLst>
          </p:cNvPr>
          <p:cNvSpPr/>
          <p:nvPr/>
        </p:nvSpPr>
        <p:spPr>
          <a:xfrm>
            <a:off x="5190456" y="2209800"/>
            <a:ext cx="1767185" cy="295275"/>
          </a:xfrm>
          <a:prstGeom prst="rect">
            <a:avLst/>
          </a:prstGeom>
          <a:solidFill>
            <a:srgbClr val="F4FBDA">
              <a:alpha val="50000"/>
            </a:srgbClr>
          </a:solidFill>
          <a:ln/>
        </p:spPr>
        <p:txBody>
          <a:bodyPr/>
          <a:lstStyle/>
          <a:p>
            <a:endParaRPr lang="fr-FR" sz="7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96CCDC5-CBE3-6B61-1858-AC6C0F5DCFFD}"/>
              </a:ext>
            </a:extLst>
          </p:cNvPr>
          <p:cNvSpPr/>
          <p:nvPr/>
        </p:nvSpPr>
        <p:spPr>
          <a:xfrm>
            <a:off x="5163948" y="2266950"/>
            <a:ext cx="1820201" cy="2000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algn="ctr"/>
            <a:r>
              <a:rPr lang="en-US" sz="1200">
                <a:solidFill>
                  <a:srgbClr val="16161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2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B492F4D-D075-FF37-DDD3-6F27BE0F019E}"/>
              </a:ext>
            </a:extLst>
          </p:cNvPr>
          <p:cNvSpPr/>
          <p:nvPr/>
        </p:nvSpPr>
        <p:spPr>
          <a:xfrm>
            <a:off x="6869278" y="2266950"/>
            <a:ext cx="1943986" cy="2000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algn="ctr"/>
            <a:r>
              <a:rPr lang="en-US" sz="1200">
                <a:solidFill>
                  <a:srgbClr val="B0B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—</a:t>
            </a:r>
            <a:endParaRPr lang="en-US" sz="12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8189B73-B490-66B0-C75E-2AC0A88A10D4}"/>
              </a:ext>
            </a:extLst>
          </p:cNvPr>
          <p:cNvSpPr/>
          <p:nvPr/>
        </p:nvSpPr>
        <p:spPr>
          <a:xfrm>
            <a:off x="419100" y="2795588"/>
            <a:ext cx="2772000" cy="171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r>
              <a:rPr lang="en-US" sz="1050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Feature example two</a:t>
            </a:r>
            <a:endParaRPr lang="en-US" sz="105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3A267A5-CCD5-214B-D49F-F77983A73F4E}"/>
              </a:ext>
            </a:extLst>
          </p:cNvPr>
          <p:cNvSpPr/>
          <p:nvPr/>
        </p:nvSpPr>
        <p:spPr>
          <a:xfrm>
            <a:off x="5190456" y="2724150"/>
            <a:ext cx="1767185" cy="295275"/>
          </a:xfrm>
          <a:prstGeom prst="rect">
            <a:avLst/>
          </a:prstGeom>
          <a:solidFill>
            <a:srgbClr val="F4FBDA">
              <a:alpha val="50000"/>
            </a:srgbClr>
          </a:solidFill>
          <a:ln/>
        </p:spPr>
        <p:txBody>
          <a:bodyPr/>
          <a:lstStyle/>
          <a:p>
            <a:endParaRPr lang="fr-FR" sz="7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F4D977F-3793-8D91-D0F2-ACE5B0FDC1CE}"/>
              </a:ext>
            </a:extLst>
          </p:cNvPr>
          <p:cNvSpPr/>
          <p:nvPr/>
        </p:nvSpPr>
        <p:spPr>
          <a:xfrm>
            <a:off x="5163948" y="2781300"/>
            <a:ext cx="1820201" cy="2000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algn="ctr"/>
            <a:r>
              <a:rPr lang="en-US" sz="1200">
                <a:solidFill>
                  <a:srgbClr val="16161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2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F2E6C18-8AAA-C5DB-6358-5C7E6645F7AB}"/>
              </a:ext>
            </a:extLst>
          </p:cNvPr>
          <p:cNvSpPr/>
          <p:nvPr/>
        </p:nvSpPr>
        <p:spPr>
          <a:xfrm>
            <a:off x="6869278" y="2781300"/>
            <a:ext cx="1943986" cy="2000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algn="ctr"/>
            <a:r>
              <a:rPr lang="en-US" sz="1200">
                <a:solidFill>
                  <a:srgbClr val="16161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2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F47D393-ADFE-C8EF-4CF1-A997AEFA8B7A}"/>
              </a:ext>
            </a:extLst>
          </p:cNvPr>
          <p:cNvSpPr/>
          <p:nvPr/>
        </p:nvSpPr>
        <p:spPr>
          <a:xfrm>
            <a:off x="419100" y="3309938"/>
            <a:ext cx="2772000" cy="171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r>
              <a:rPr lang="en-US" sz="1050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Feature example three</a:t>
            </a:r>
            <a:endParaRPr lang="en-US" sz="105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11CD8CBE-4930-86A0-24B1-6FB437874257}"/>
              </a:ext>
            </a:extLst>
          </p:cNvPr>
          <p:cNvSpPr/>
          <p:nvPr/>
        </p:nvSpPr>
        <p:spPr>
          <a:xfrm>
            <a:off x="5190456" y="3238500"/>
            <a:ext cx="1767185" cy="295275"/>
          </a:xfrm>
          <a:prstGeom prst="rect">
            <a:avLst/>
          </a:prstGeom>
          <a:solidFill>
            <a:srgbClr val="F4FBDA">
              <a:alpha val="50000"/>
            </a:srgbClr>
          </a:solidFill>
          <a:ln/>
        </p:spPr>
        <p:txBody>
          <a:bodyPr/>
          <a:lstStyle/>
          <a:p>
            <a:endParaRPr lang="fr-FR" sz="7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C5D791A4-F7B4-91BB-A317-43A8F4E39CB9}"/>
              </a:ext>
            </a:extLst>
          </p:cNvPr>
          <p:cNvSpPr/>
          <p:nvPr/>
        </p:nvSpPr>
        <p:spPr>
          <a:xfrm>
            <a:off x="5163948" y="3295650"/>
            <a:ext cx="1820201" cy="2000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algn="ctr"/>
            <a:r>
              <a:rPr lang="en-US" sz="1200">
                <a:solidFill>
                  <a:srgbClr val="16161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2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46897F15-4911-FD47-0EDA-D9B2F5CD8E09}"/>
              </a:ext>
            </a:extLst>
          </p:cNvPr>
          <p:cNvSpPr/>
          <p:nvPr/>
        </p:nvSpPr>
        <p:spPr>
          <a:xfrm>
            <a:off x="6869278" y="3295650"/>
            <a:ext cx="1943986" cy="2000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algn="ctr"/>
            <a:r>
              <a:rPr lang="en-US" sz="1200">
                <a:solidFill>
                  <a:srgbClr val="16161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20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5A776285-87EE-6163-9CDD-54152BE77014}"/>
              </a:ext>
            </a:extLst>
          </p:cNvPr>
          <p:cNvSpPr/>
          <p:nvPr/>
        </p:nvSpPr>
        <p:spPr>
          <a:xfrm>
            <a:off x="419100" y="3824288"/>
            <a:ext cx="2772000" cy="171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1050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Feature example four</a:t>
            </a:r>
            <a:endParaRPr lang="en-US" sz="105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1FF8B5D5-DD18-458C-E134-6B8F61426A3E}"/>
              </a:ext>
            </a:extLst>
          </p:cNvPr>
          <p:cNvSpPr/>
          <p:nvPr/>
        </p:nvSpPr>
        <p:spPr>
          <a:xfrm>
            <a:off x="5190456" y="3752850"/>
            <a:ext cx="1767185" cy="295275"/>
          </a:xfrm>
          <a:prstGeom prst="rect">
            <a:avLst/>
          </a:prstGeom>
          <a:solidFill>
            <a:srgbClr val="F4FBDA">
              <a:alpha val="50000"/>
            </a:srgbClr>
          </a:solidFill>
          <a:ln/>
        </p:spPr>
        <p:txBody>
          <a:bodyPr/>
          <a:lstStyle/>
          <a:p>
            <a:endParaRPr lang="fr-FR" sz="70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640C03EB-1353-6662-AB7A-4C8F9BA89C5D}"/>
              </a:ext>
            </a:extLst>
          </p:cNvPr>
          <p:cNvSpPr/>
          <p:nvPr/>
        </p:nvSpPr>
        <p:spPr>
          <a:xfrm>
            <a:off x="5163948" y="3810000"/>
            <a:ext cx="1820201" cy="2000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algn="ctr"/>
            <a:r>
              <a:rPr lang="en-US" sz="1200">
                <a:solidFill>
                  <a:srgbClr val="16161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20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78449FAD-71EC-F7AE-24BD-4B9D35752D92}"/>
              </a:ext>
            </a:extLst>
          </p:cNvPr>
          <p:cNvSpPr/>
          <p:nvPr/>
        </p:nvSpPr>
        <p:spPr>
          <a:xfrm>
            <a:off x="6869278" y="3810000"/>
            <a:ext cx="1943986" cy="2000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algn="ctr"/>
            <a:r>
              <a:rPr lang="en-US" sz="1200">
                <a:solidFill>
                  <a:srgbClr val="B0B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—</a:t>
            </a:r>
            <a:endParaRPr lang="en-US" sz="1200"/>
          </a:p>
        </p:txBody>
      </p: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C74FBC73-C8D3-7561-D723-40DFFC8A5E06}"/>
              </a:ext>
            </a:extLst>
          </p:cNvPr>
          <p:cNvCxnSpPr>
            <a:cxnSpLocks/>
          </p:cNvCxnSpPr>
          <p:nvPr/>
        </p:nvCxnSpPr>
        <p:spPr>
          <a:xfrm flipV="1">
            <a:off x="0" y="106308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Google Shape;36;p4">
            <a:extLst>
              <a:ext uri="{FF2B5EF4-FFF2-40B4-BE49-F238E27FC236}">
                <a16:creationId xmlns:a16="http://schemas.microsoft.com/office/drawing/2014/main" id="{C54B44F1-F4A7-D4F2-04EA-8557F496DF32}"/>
              </a:ext>
            </a:extLst>
          </p:cNvPr>
          <p:cNvSpPr txBox="1"/>
          <p:nvPr/>
        </p:nvSpPr>
        <p:spPr>
          <a:xfrm>
            <a:off x="326570" y="289910"/>
            <a:ext cx="5693229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noProof="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Title of this slide in one or two lines maximum.</a:t>
            </a:r>
          </a:p>
        </p:txBody>
      </p:sp>
      <p:sp>
        <p:nvSpPr>
          <p:cNvPr id="40" name="Shape 9">
            <a:extLst>
              <a:ext uri="{FF2B5EF4-FFF2-40B4-BE49-F238E27FC236}">
                <a16:creationId xmlns:a16="http://schemas.microsoft.com/office/drawing/2014/main" id="{03BDE2B2-27A2-0AB4-10F3-048157755BE2}"/>
              </a:ext>
            </a:extLst>
          </p:cNvPr>
          <p:cNvSpPr/>
          <p:nvPr/>
        </p:nvSpPr>
        <p:spPr>
          <a:xfrm>
            <a:off x="3308325" y="2209800"/>
            <a:ext cx="1767185" cy="295275"/>
          </a:xfrm>
          <a:prstGeom prst="rect">
            <a:avLst/>
          </a:prstGeom>
          <a:solidFill>
            <a:schemeClr val="bg2">
              <a:alpha val="50000"/>
            </a:schemeClr>
          </a:solidFill>
          <a:ln/>
        </p:spPr>
        <p:txBody>
          <a:bodyPr/>
          <a:lstStyle/>
          <a:p>
            <a:endParaRPr lang="fr-FR" sz="700"/>
          </a:p>
        </p:txBody>
      </p:sp>
      <p:sp>
        <p:nvSpPr>
          <p:cNvPr id="41" name="Shape 15">
            <a:extLst>
              <a:ext uri="{FF2B5EF4-FFF2-40B4-BE49-F238E27FC236}">
                <a16:creationId xmlns:a16="http://schemas.microsoft.com/office/drawing/2014/main" id="{12C15F4B-3F93-F540-B0BC-9ADDF53FC18A}"/>
              </a:ext>
            </a:extLst>
          </p:cNvPr>
          <p:cNvSpPr/>
          <p:nvPr/>
        </p:nvSpPr>
        <p:spPr>
          <a:xfrm>
            <a:off x="3308325" y="2724150"/>
            <a:ext cx="1767185" cy="295275"/>
          </a:xfrm>
          <a:prstGeom prst="rect">
            <a:avLst/>
          </a:prstGeom>
          <a:solidFill>
            <a:schemeClr val="bg2">
              <a:alpha val="50000"/>
            </a:schemeClr>
          </a:solidFill>
          <a:ln/>
        </p:spPr>
        <p:txBody>
          <a:bodyPr/>
          <a:lstStyle/>
          <a:p>
            <a:endParaRPr lang="fr-FR" sz="700"/>
          </a:p>
        </p:txBody>
      </p:sp>
      <p:sp>
        <p:nvSpPr>
          <p:cNvPr id="42" name="Shape 21">
            <a:extLst>
              <a:ext uri="{FF2B5EF4-FFF2-40B4-BE49-F238E27FC236}">
                <a16:creationId xmlns:a16="http://schemas.microsoft.com/office/drawing/2014/main" id="{F8418609-7954-9C25-77B3-583EB49F6170}"/>
              </a:ext>
            </a:extLst>
          </p:cNvPr>
          <p:cNvSpPr/>
          <p:nvPr/>
        </p:nvSpPr>
        <p:spPr>
          <a:xfrm>
            <a:off x="3308325" y="3238500"/>
            <a:ext cx="1767185" cy="295275"/>
          </a:xfrm>
          <a:prstGeom prst="rect">
            <a:avLst/>
          </a:prstGeom>
          <a:solidFill>
            <a:schemeClr val="bg2">
              <a:alpha val="50000"/>
            </a:schemeClr>
          </a:solidFill>
          <a:ln/>
        </p:spPr>
        <p:txBody>
          <a:bodyPr/>
          <a:lstStyle/>
          <a:p>
            <a:endParaRPr lang="fr-FR" sz="700"/>
          </a:p>
        </p:txBody>
      </p:sp>
      <p:sp>
        <p:nvSpPr>
          <p:cNvPr id="43" name="Shape 28">
            <a:extLst>
              <a:ext uri="{FF2B5EF4-FFF2-40B4-BE49-F238E27FC236}">
                <a16:creationId xmlns:a16="http://schemas.microsoft.com/office/drawing/2014/main" id="{01595523-64CB-04FE-F8FE-4167EAA7FA00}"/>
              </a:ext>
            </a:extLst>
          </p:cNvPr>
          <p:cNvSpPr/>
          <p:nvPr/>
        </p:nvSpPr>
        <p:spPr>
          <a:xfrm>
            <a:off x="3308325" y="3752850"/>
            <a:ext cx="1767185" cy="295275"/>
          </a:xfrm>
          <a:prstGeom prst="rect">
            <a:avLst/>
          </a:prstGeom>
          <a:solidFill>
            <a:schemeClr val="bg2">
              <a:alpha val="50000"/>
            </a:schemeClr>
          </a:solidFill>
          <a:ln/>
        </p:spPr>
        <p:txBody>
          <a:bodyPr/>
          <a:lstStyle/>
          <a:p>
            <a:endParaRPr lang="fr-FR" sz="700"/>
          </a:p>
        </p:txBody>
      </p:sp>
      <p:sp>
        <p:nvSpPr>
          <p:cNvPr id="44" name="Shape 9">
            <a:extLst>
              <a:ext uri="{FF2B5EF4-FFF2-40B4-BE49-F238E27FC236}">
                <a16:creationId xmlns:a16="http://schemas.microsoft.com/office/drawing/2014/main" id="{9C14C333-C53D-6538-B5F4-3063863C235F}"/>
              </a:ext>
            </a:extLst>
          </p:cNvPr>
          <p:cNvSpPr/>
          <p:nvPr/>
        </p:nvSpPr>
        <p:spPr>
          <a:xfrm>
            <a:off x="3302176" y="1685925"/>
            <a:ext cx="1767185" cy="295275"/>
          </a:xfrm>
          <a:prstGeom prst="rect">
            <a:avLst/>
          </a:prstGeom>
          <a:solidFill>
            <a:schemeClr val="bg2">
              <a:alpha val="50000"/>
            </a:schemeClr>
          </a:solidFill>
          <a:ln/>
        </p:spPr>
        <p:txBody>
          <a:bodyPr/>
          <a:lstStyle/>
          <a:p>
            <a:endParaRPr lang="fr-FR" sz="7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068A48D-2297-2BD5-163D-AA8590AAEDCB}"/>
              </a:ext>
            </a:extLst>
          </p:cNvPr>
          <p:cNvSpPr/>
          <p:nvPr/>
        </p:nvSpPr>
        <p:spPr>
          <a:xfrm>
            <a:off x="3215165" y="1752600"/>
            <a:ext cx="1943904" cy="1905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algn="ctr"/>
            <a:r>
              <a:rPr lang="en-US" sz="1050" b="1">
                <a:solidFill>
                  <a:srgbClr val="16161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Option A</a:t>
            </a:r>
            <a:endParaRPr lang="en-US" sz="105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5304BEC-7A69-996A-9838-3965E90AB6E5}"/>
              </a:ext>
            </a:extLst>
          </p:cNvPr>
          <p:cNvSpPr/>
          <p:nvPr/>
        </p:nvSpPr>
        <p:spPr>
          <a:xfrm>
            <a:off x="3215165" y="2266950"/>
            <a:ext cx="1943904" cy="2000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algn="ctr"/>
            <a:r>
              <a:rPr lang="en-US" sz="1200">
                <a:solidFill>
                  <a:srgbClr val="16161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2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178AD91-205C-C926-F238-A8119EBF4FD7}"/>
              </a:ext>
            </a:extLst>
          </p:cNvPr>
          <p:cNvSpPr/>
          <p:nvPr/>
        </p:nvSpPr>
        <p:spPr>
          <a:xfrm>
            <a:off x="3215165" y="3295650"/>
            <a:ext cx="1943904" cy="2000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algn="ctr"/>
            <a:r>
              <a:rPr lang="en-US" sz="1200">
                <a:solidFill>
                  <a:srgbClr val="16161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2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9D752AA3-A4E6-6769-E52C-43E6E1017EAE}"/>
              </a:ext>
            </a:extLst>
          </p:cNvPr>
          <p:cNvSpPr/>
          <p:nvPr/>
        </p:nvSpPr>
        <p:spPr>
          <a:xfrm>
            <a:off x="3215165" y="3810000"/>
            <a:ext cx="1943904" cy="2000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algn="ctr"/>
            <a:r>
              <a:rPr lang="en-US" sz="1200">
                <a:solidFill>
                  <a:srgbClr val="B0B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—</a:t>
            </a:r>
            <a:endParaRPr lang="en-US" sz="12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83592E6-40B4-8B3A-940C-45EEC58862EB}"/>
              </a:ext>
            </a:extLst>
          </p:cNvPr>
          <p:cNvSpPr/>
          <p:nvPr/>
        </p:nvSpPr>
        <p:spPr>
          <a:xfrm>
            <a:off x="3215165" y="2781300"/>
            <a:ext cx="1943904" cy="2000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algn="ctr"/>
            <a:r>
              <a:rPr lang="en-US" sz="1200">
                <a:solidFill>
                  <a:srgbClr val="B0B0A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—</a:t>
            </a:r>
            <a:endParaRPr lang="en-US" sz="1200"/>
          </a:p>
        </p:txBody>
      </p:sp>
      <p:sp>
        <p:nvSpPr>
          <p:cNvPr id="2" name="Google Shape;135;p7">
            <a:extLst>
              <a:ext uri="{FF2B5EF4-FFF2-40B4-BE49-F238E27FC236}">
                <a16:creationId xmlns:a16="http://schemas.microsoft.com/office/drawing/2014/main" id="{049E05F7-9864-513B-7D0F-93007BBD470C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tx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36</a:t>
            </a:fld>
            <a:endParaRPr lang="fr" sz="1000">
              <a:solidFill>
                <a:schemeClr val="tx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808448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21178-C673-75D4-5E82-38311E22B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B3102EE8-D6A7-AB4D-9CE8-7225C212F6E6}"/>
              </a:ext>
            </a:extLst>
          </p:cNvPr>
          <p:cNvSpPr/>
          <p:nvPr/>
        </p:nvSpPr>
        <p:spPr>
          <a:xfrm>
            <a:off x="1333500" y="2245519"/>
            <a:ext cx="1432545" cy="300038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fr-FR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53E6022-66BE-986A-1380-E9FBDDA96A87}"/>
              </a:ext>
            </a:extLst>
          </p:cNvPr>
          <p:cNvSpPr/>
          <p:nvPr/>
        </p:nvSpPr>
        <p:spPr>
          <a:xfrm>
            <a:off x="1388212" y="2299947"/>
            <a:ext cx="1323122" cy="1666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ctr"/>
            <a:r>
              <a:rPr lang="en-US" sz="1050">
                <a:solidFill>
                  <a:srgbClr val="FFFFFF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Awareness</a:t>
            </a:r>
            <a:endParaRPr lang="en-US" sz="105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B3387E7-A278-A5BD-F4B2-E396384D9062}"/>
              </a:ext>
            </a:extLst>
          </p:cNvPr>
          <p:cNvSpPr/>
          <p:nvPr/>
        </p:nvSpPr>
        <p:spPr>
          <a:xfrm>
            <a:off x="2823195" y="2245519"/>
            <a:ext cx="1432545" cy="300038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fr-FR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4405BC6-4DBD-657F-13DF-9FD4515866DE}"/>
              </a:ext>
            </a:extLst>
          </p:cNvPr>
          <p:cNvSpPr/>
          <p:nvPr/>
        </p:nvSpPr>
        <p:spPr>
          <a:xfrm>
            <a:off x="2877907" y="2299947"/>
            <a:ext cx="1323122" cy="1666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ctr"/>
            <a:r>
              <a:rPr lang="en-US" sz="1050">
                <a:solidFill>
                  <a:srgbClr val="FFFFFF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Consider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81528F6-2B45-E2B7-993F-73B489021C40}"/>
              </a:ext>
            </a:extLst>
          </p:cNvPr>
          <p:cNvSpPr/>
          <p:nvPr/>
        </p:nvSpPr>
        <p:spPr>
          <a:xfrm>
            <a:off x="4312890" y="2245519"/>
            <a:ext cx="1432545" cy="300038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fr-FR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808D9D4-8166-AB12-B79E-803104673AA6}"/>
              </a:ext>
            </a:extLst>
          </p:cNvPr>
          <p:cNvSpPr/>
          <p:nvPr/>
        </p:nvSpPr>
        <p:spPr>
          <a:xfrm>
            <a:off x="4367602" y="2299947"/>
            <a:ext cx="1323122" cy="1666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ctr"/>
            <a:r>
              <a:rPr lang="en-US" sz="1050">
                <a:solidFill>
                  <a:srgbClr val="FFFFFF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Decide</a:t>
            </a:r>
            <a:endParaRPr lang="en-US" sz="105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BA2F4DC-E7E2-BFE2-29F2-8E7B11DDA1E6}"/>
              </a:ext>
            </a:extLst>
          </p:cNvPr>
          <p:cNvSpPr/>
          <p:nvPr/>
        </p:nvSpPr>
        <p:spPr>
          <a:xfrm>
            <a:off x="5802586" y="2245519"/>
            <a:ext cx="1432545" cy="300038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fr-FR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EC52D3C-38AE-E14E-FBFA-9D02011BD27E}"/>
              </a:ext>
            </a:extLst>
          </p:cNvPr>
          <p:cNvSpPr/>
          <p:nvPr/>
        </p:nvSpPr>
        <p:spPr>
          <a:xfrm>
            <a:off x="5857297" y="2299947"/>
            <a:ext cx="1323122" cy="1666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ctr"/>
            <a:r>
              <a:rPr lang="en-US" sz="1050">
                <a:solidFill>
                  <a:srgbClr val="FFFFFF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Onboard</a:t>
            </a:r>
            <a:endParaRPr lang="en-US" sz="105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E8C59EB-1028-6FEC-A696-BBBB637FF4A1}"/>
              </a:ext>
            </a:extLst>
          </p:cNvPr>
          <p:cNvSpPr/>
          <p:nvPr/>
        </p:nvSpPr>
        <p:spPr>
          <a:xfrm>
            <a:off x="7292281" y="2245519"/>
            <a:ext cx="1432620" cy="300038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fr-FR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DB2C09E-FB38-5814-7A9B-F59A07BB579E}"/>
              </a:ext>
            </a:extLst>
          </p:cNvPr>
          <p:cNvSpPr/>
          <p:nvPr/>
        </p:nvSpPr>
        <p:spPr>
          <a:xfrm>
            <a:off x="7346991" y="2299947"/>
            <a:ext cx="1323198" cy="1666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pPr algn="ctr"/>
            <a:r>
              <a:rPr lang="en-US" sz="1050">
                <a:solidFill>
                  <a:srgbClr val="FFFFFF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Advocate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4CBDF00-A417-7E07-A633-8AF2F7C5EB2F}"/>
              </a:ext>
            </a:extLst>
          </p:cNvPr>
          <p:cNvSpPr/>
          <p:nvPr/>
        </p:nvSpPr>
        <p:spPr>
          <a:xfrm>
            <a:off x="419100" y="2602707"/>
            <a:ext cx="828675" cy="3143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r>
              <a:rPr lang="en-US" sz="900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Actions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C9C38AB-7A7B-0861-11D2-7F9B8F1049F2}"/>
              </a:ext>
            </a:extLst>
          </p:cNvPr>
          <p:cNvSpPr/>
          <p:nvPr/>
        </p:nvSpPr>
        <p:spPr>
          <a:xfrm>
            <a:off x="1333500" y="2602707"/>
            <a:ext cx="1432545" cy="295275"/>
          </a:xfrm>
          <a:prstGeom prst="rect">
            <a:avLst/>
          </a:prstGeom>
          <a:solidFill>
            <a:srgbClr val="FFFFFF"/>
          </a:solidFill>
          <a:ln w="9525">
            <a:solidFill>
              <a:srgbClr val="161616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fr-FR" sz="7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B2D242D-F372-5DA1-1C4F-734363DE523C}"/>
              </a:ext>
            </a:extLst>
          </p:cNvPr>
          <p:cNvSpPr/>
          <p:nvPr/>
        </p:nvSpPr>
        <p:spPr>
          <a:xfrm>
            <a:off x="1423988" y="2683669"/>
            <a:ext cx="1294547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Lorem ipsum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1D4F379B-635F-666A-1F6A-8D49ACFD9349}"/>
              </a:ext>
            </a:extLst>
          </p:cNvPr>
          <p:cNvSpPr/>
          <p:nvPr/>
        </p:nvSpPr>
        <p:spPr>
          <a:xfrm>
            <a:off x="2823195" y="2602707"/>
            <a:ext cx="1432545" cy="295275"/>
          </a:xfrm>
          <a:prstGeom prst="rect">
            <a:avLst/>
          </a:prstGeom>
          <a:solidFill>
            <a:srgbClr val="FFFFFF"/>
          </a:solidFill>
          <a:ln w="9525">
            <a:solidFill>
              <a:srgbClr val="161616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fr-FR" sz="7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29D2A6B-EEC7-4C82-ADD7-A24D9B5374B4}"/>
              </a:ext>
            </a:extLst>
          </p:cNvPr>
          <p:cNvSpPr/>
          <p:nvPr/>
        </p:nvSpPr>
        <p:spPr>
          <a:xfrm>
            <a:off x="2913683" y="2683669"/>
            <a:ext cx="1294547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Lorem ipsum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C331C899-58DF-47FB-5957-13ABDF728BCB}"/>
              </a:ext>
            </a:extLst>
          </p:cNvPr>
          <p:cNvSpPr/>
          <p:nvPr/>
        </p:nvSpPr>
        <p:spPr>
          <a:xfrm>
            <a:off x="4312890" y="2602707"/>
            <a:ext cx="1432545" cy="295275"/>
          </a:xfrm>
          <a:prstGeom prst="rect">
            <a:avLst/>
          </a:prstGeom>
          <a:solidFill>
            <a:srgbClr val="FFFFFF"/>
          </a:solidFill>
          <a:ln w="9525">
            <a:solidFill>
              <a:srgbClr val="161616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fr-FR" sz="7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FB7B5FF-E9CE-CC8C-13AA-63615CEAF835}"/>
              </a:ext>
            </a:extLst>
          </p:cNvPr>
          <p:cNvSpPr/>
          <p:nvPr/>
        </p:nvSpPr>
        <p:spPr>
          <a:xfrm>
            <a:off x="4403378" y="2683669"/>
            <a:ext cx="1294547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Lorem ipsum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BD69A523-3CB9-4030-86BF-5980C3747359}"/>
              </a:ext>
            </a:extLst>
          </p:cNvPr>
          <p:cNvSpPr/>
          <p:nvPr/>
        </p:nvSpPr>
        <p:spPr>
          <a:xfrm>
            <a:off x="5802586" y="2602707"/>
            <a:ext cx="1432545" cy="295275"/>
          </a:xfrm>
          <a:prstGeom prst="rect">
            <a:avLst/>
          </a:prstGeom>
          <a:solidFill>
            <a:srgbClr val="FFFFFF"/>
          </a:solidFill>
          <a:ln w="9525">
            <a:solidFill>
              <a:srgbClr val="161616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fr-FR" sz="7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4955538-72CE-B22F-4768-9F219580AD36}"/>
              </a:ext>
            </a:extLst>
          </p:cNvPr>
          <p:cNvSpPr/>
          <p:nvPr/>
        </p:nvSpPr>
        <p:spPr>
          <a:xfrm>
            <a:off x="5893073" y="2683669"/>
            <a:ext cx="1294547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Lorem ipsum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1AAB9A8B-FCDA-E156-375F-99A756788ABE}"/>
              </a:ext>
            </a:extLst>
          </p:cNvPr>
          <p:cNvSpPr/>
          <p:nvPr/>
        </p:nvSpPr>
        <p:spPr>
          <a:xfrm>
            <a:off x="7292281" y="2602707"/>
            <a:ext cx="1432620" cy="295275"/>
          </a:xfrm>
          <a:prstGeom prst="rect">
            <a:avLst/>
          </a:prstGeom>
          <a:solidFill>
            <a:srgbClr val="FFFFFF"/>
          </a:solidFill>
          <a:ln w="9525">
            <a:solidFill>
              <a:srgbClr val="161616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fr-FR" sz="7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52AA81E-88CE-18AC-EFE7-4FEA62BCC7C1}"/>
              </a:ext>
            </a:extLst>
          </p:cNvPr>
          <p:cNvSpPr/>
          <p:nvPr/>
        </p:nvSpPr>
        <p:spPr>
          <a:xfrm>
            <a:off x="7382768" y="2683669"/>
            <a:ext cx="1294623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Lorem ipsum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838ED2EA-2677-58ED-C177-67DABC3426ED}"/>
              </a:ext>
            </a:extLst>
          </p:cNvPr>
          <p:cNvSpPr/>
          <p:nvPr/>
        </p:nvSpPr>
        <p:spPr>
          <a:xfrm>
            <a:off x="419100" y="2955132"/>
            <a:ext cx="828675" cy="3143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r>
              <a:rPr lang="en-US" sz="900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Pain points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C14D114A-A02F-1CC1-5497-9FCC58D66EE0}"/>
              </a:ext>
            </a:extLst>
          </p:cNvPr>
          <p:cNvSpPr/>
          <p:nvPr/>
        </p:nvSpPr>
        <p:spPr>
          <a:xfrm>
            <a:off x="1333500" y="2955132"/>
            <a:ext cx="1432545" cy="295275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>
                <a:alpha val="14000"/>
              </a:schemeClr>
            </a:solidFill>
            <a:prstDash val="solid"/>
          </a:ln>
        </p:spPr>
        <p:txBody>
          <a:bodyPr/>
          <a:lstStyle/>
          <a:p>
            <a:endParaRPr lang="fr-FR" sz="700">
              <a:solidFill>
                <a:schemeClr val="bg2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86899057-5E09-9DAB-818F-5179683A1E38}"/>
              </a:ext>
            </a:extLst>
          </p:cNvPr>
          <p:cNvSpPr/>
          <p:nvPr/>
        </p:nvSpPr>
        <p:spPr>
          <a:xfrm>
            <a:off x="1423988" y="3036094"/>
            <a:ext cx="1294547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Lorem ipsum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8A903C5A-8227-C855-6395-28C032D50DE2}"/>
              </a:ext>
            </a:extLst>
          </p:cNvPr>
          <p:cNvSpPr/>
          <p:nvPr/>
        </p:nvSpPr>
        <p:spPr>
          <a:xfrm>
            <a:off x="2823195" y="2955132"/>
            <a:ext cx="1432545" cy="295275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>
                <a:alpha val="14000"/>
              </a:schemeClr>
            </a:solidFill>
            <a:prstDash val="solid"/>
          </a:ln>
        </p:spPr>
        <p:txBody>
          <a:bodyPr/>
          <a:lstStyle/>
          <a:p>
            <a:endParaRPr lang="fr-FR" sz="700">
              <a:solidFill>
                <a:schemeClr val="bg2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E62B0142-10EF-F370-D712-FE1AF07F7CFE}"/>
              </a:ext>
            </a:extLst>
          </p:cNvPr>
          <p:cNvSpPr/>
          <p:nvPr/>
        </p:nvSpPr>
        <p:spPr>
          <a:xfrm>
            <a:off x="2913683" y="3036094"/>
            <a:ext cx="1294547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Lorem ipsum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6E2E3A10-E3D7-DC34-0409-413DC48716C6}"/>
              </a:ext>
            </a:extLst>
          </p:cNvPr>
          <p:cNvSpPr/>
          <p:nvPr/>
        </p:nvSpPr>
        <p:spPr>
          <a:xfrm>
            <a:off x="4312890" y="2955132"/>
            <a:ext cx="1432545" cy="295275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>
                <a:alpha val="14000"/>
              </a:schemeClr>
            </a:solidFill>
            <a:prstDash val="solid"/>
          </a:ln>
        </p:spPr>
        <p:txBody>
          <a:bodyPr/>
          <a:lstStyle/>
          <a:p>
            <a:endParaRPr lang="fr-FR" sz="700">
              <a:solidFill>
                <a:schemeClr val="bg2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8ED15D1E-D460-DEA6-7189-A8CB42947516}"/>
              </a:ext>
            </a:extLst>
          </p:cNvPr>
          <p:cNvSpPr/>
          <p:nvPr/>
        </p:nvSpPr>
        <p:spPr>
          <a:xfrm>
            <a:off x="4403378" y="3036094"/>
            <a:ext cx="1294547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Lorem ipsum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960ADF17-E019-DFCD-BEA0-3CA734F63E0B}"/>
              </a:ext>
            </a:extLst>
          </p:cNvPr>
          <p:cNvSpPr/>
          <p:nvPr/>
        </p:nvSpPr>
        <p:spPr>
          <a:xfrm>
            <a:off x="5802586" y="2955132"/>
            <a:ext cx="1432545" cy="295275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>
                <a:alpha val="14000"/>
              </a:schemeClr>
            </a:solidFill>
            <a:prstDash val="solid"/>
          </a:ln>
        </p:spPr>
        <p:txBody>
          <a:bodyPr/>
          <a:lstStyle/>
          <a:p>
            <a:endParaRPr lang="fr-FR" sz="700">
              <a:solidFill>
                <a:schemeClr val="bg2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DB99AA63-5DA3-8C0C-D13C-9C422BE64E00}"/>
              </a:ext>
            </a:extLst>
          </p:cNvPr>
          <p:cNvSpPr/>
          <p:nvPr/>
        </p:nvSpPr>
        <p:spPr>
          <a:xfrm>
            <a:off x="5893073" y="3036094"/>
            <a:ext cx="1294547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Lorem ipsum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967BC72D-0990-7C7F-90AB-D73D392FB9FD}"/>
              </a:ext>
            </a:extLst>
          </p:cNvPr>
          <p:cNvSpPr/>
          <p:nvPr/>
        </p:nvSpPr>
        <p:spPr>
          <a:xfrm>
            <a:off x="7292281" y="2955132"/>
            <a:ext cx="1432620" cy="295275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>
                <a:alpha val="14000"/>
              </a:schemeClr>
            </a:solidFill>
            <a:prstDash val="solid"/>
          </a:ln>
        </p:spPr>
        <p:txBody>
          <a:bodyPr/>
          <a:lstStyle/>
          <a:p>
            <a:endParaRPr lang="fr-FR" sz="700">
              <a:solidFill>
                <a:schemeClr val="bg2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EE455956-18AA-20EC-245A-0CD60049A504}"/>
              </a:ext>
            </a:extLst>
          </p:cNvPr>
          <p:cNvSpPr/>
          <p:nvPr/>
        </p:nvSpPr>
        <p:spPr>
          <a:xfrm>
            <a:off x="7382768" y="3036094"/>
            <a:ext cx="1294623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Lorem ipsum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58921418-3CE9-A14F-058C-A200BC5CE6C3}"/>
              </a:ext>
            </a:extLst>
          </p:cNvPr>
          <p:cNvSpPr/>
          <p:nvPr/>
        </p:nvSpPr>
        <p:spPr>
          <a:xfrm>
            <a:off x="419100" y="3307557"/>
            <a:ext cx="828675" cy="3143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r>
              <a:rPr lang="en-US" sz="900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Opportunities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2DD4235D-F9A4-8978-BBDD-43FD1DEFABAA}"/>
              </a:ext>
            </a:extLst>
          </p:cNvPr>
          <p:cNvSpPr/>
          <p:nvPr/>
        </p:nvSpPr>
        <p:spPr>
          <a:xfrm>
            <a:off x="1333500" y="3307557"/>
            <a:ext cx="1432545" cy="295275"/>
          </a:xfrm>
          <a:prstGeom prst="rect">
            <a:avLst/>
          </a:prstGeom>
          <a:solidFill>
            <a:srgbClr val="F4FBDA"/>
          </a:solidFill>
          <a:ln w="9525">
            <a:solidFill>
              <a:schemeClr val="accent1">
                <a:alpha val="14000"/>
              </a:schemeClr>
            </a:solidFill>
            <a:prstDash val="solid"/>
          </a:ln>
        </p:spPr>
        <p:txBody>
          <a:bodyPr/>
          <a:lstStyle/>
          <a:p>
            <a:endParaRPr lang="fr-FR" sz="7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759E7521-3E05-0031-8211-072058DF07E5}"/>
              </a:ext>
            </a:extLst>
          </p:cNvPr>
          <p:cNvSpPr/>
          <p:nvPr/>
        </p:nvSpPr>
        <p:spPr>
          <a:xfrm>
            <a:off x="1423988" y="3388519"/>
            <a:ext cx="1294547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Lorem ipsum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1F8E512A-446F-5D2D-BAF6-010027599D1D}"/>
              </a:ext>
            </a:extLst>
          </p:cNvPr>
          <p:cNvSpPr/>
          <p:nvPr/>
        </p:nvSpPr>
        <p:spPr>
          <a:xfrm>
            <a:off x="2823195" y="3307557"/>
            <a:ext cx="1432545" cy="295275"/>
          </a:xfrm>
          <a:prstGeom prst="rect">
            <a:avLst/>
          </a:prstGeom>
          <a:solidFill>
            <a:srgbClr val="F4FBDA"/>
          </a:solidFill>
          <a:ln w="9525">
            <a:solidFill>
              <a:schemeClr val="accent1">
                <a:alpha val="14000"/>
              </a:schemeClr>
            </a:solidFill>
            <a:prstDash val="solid"/>
          </a:ln>
        </p:spPr>
        <p:txBody>
          <a:bodyPr/>
          <a:lstStyle/>
          <a:p>
            <a:endParaRPr lang="fr-FR" sz="7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DEBF4602-9716-386F-A5D6-539FC2BA5E1B}"/>
              </a:ext>
            </a:extLst>
          </p:cNvPr>
          <p:cNvSpPr/>
          <p:nvPr/>
        </p:nvSpPr>
        <p:spPr>
          <a:xfrm>
            <a:off x="2913683" y="3388519"/>
            <a:ext cx="1294547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Lorem ipsum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0E470890-50AF-242C-9B92-F3EC3B65C719}"/>
              </a:ext>
            </a:extLst>
          </p:cNvPr>
          <p:cNvSpPr/>
          <p:nvPr/>
        </p:nvSpPr>
        <p:spPr>
          <a:xfrm>
            <a:off x="4312890" y="3307557"/>
            <a:ext cx="1432545" cy="295275"/>
          </a:xfrm>
          <a:prstGeom prst="rect">
            <a:avLst/>
          </a:prstGeom>
          <a:solidFill>
            <a:srgbClr val="F4FBDA"/>
          </a:solidFill>
          <a:ln w="9525">
            <a:solidFill>
              <a:schemeClr val="accent1">
                <a:alpha val="14000"/>
              </a:schemeClr>
            </a:solidFill>
            <a:prstDash val="solid"/>
          </a:ln>
        </p:spPr>
        <p:txBody>
          <a:bodyPr/>
          <a:lstStyle/>
          <a:p>
            <a:endParaRPr lang="fr-FR" sz="7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284EEEB0-F4CD-0FD9-48C8-6CCD24C1C929}"/>
              </a:ext>
            </a:extLst>
          </p:cNvPr>
          <p:cNvSpPr/>
          <p:nvPr/>
        </p:nvSpPr>
        <p:spPr>
          <a:xfrm>
            <a:off x="4403378" y="3388519"/>
            <a:ext cx="1294547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Lorem ipsum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519AF1A5-99F4-750A-C58D-0316D1862418}"/>
              </a:ext>
            </a:extLst>
          </p:cNvPr>
          <p:cNvSpPr/>
          <p:nvPr/>
        </p:nvSpPr>
        <p:spPr>
          <a:xfrm>
            <a:off x="5802586" y="3307557"/>
            <a:ext cx="1432545" cy="295275"/>
          </a:xfrm>
          <a:prstGeom prst="rect">
            <a:avLst/>
          </a:prstGeom>
          <a:solidFill>
            <a:srgbClr val="F4FBDA"/>
          </a:solidFill>
          <a:ln w="9525">
            <a:solidFill>
              <a:schemeClr val="accent1">
                <a:alpha val="14000"/>
              </a:schemeClr>
            </a:solidFill>
            <a:prstDash val="solid"/>
          </a:ln>
        </p:spPr>
        <p:txBody>
          <a:bodyPr/>
          <a:lstStyle/>
          <a:p>
            <a:endParaRPr lang="fr-FR" sz="7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2AEE9035-8E5D-4C5C-60AA-25DCFE96A9A0}"/>
              </a:ext>
            </a:extLst>
          </p:cNvPr>
          <p:cNvSpPr/>
          <p:nvPr/>
        </p:nvSpPr>
        <p:spPr>
          <a:xfrm>
            <a:off x="5893073" y="3388519"/>
            <a:ext cx="1294547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Lorem ipsum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1E28767E-DDC7-37B9-1CA5-8A20EC6F3B0D}"/>
              </a:ext>
            </a:extLst>
          </p:cNvPr>
          <p:cNvSpPr/>
          <p:nvPr/>
        </p:nvSpPr>
        <p:spPr>
          <a:xfrm>
            <a:off x="7292281" y="3307557"/>
            <a:ext cx="1432620" cy="295275"/>
          </a:xfrm>
          <a:prstGeom prst="rect">
            <a:avLst/>
          </a:prstGeom>
          <a:solidFill>
            <a:srgbClr val="F4FBDA"/>
          </a:solidFill>
          <a:ln w="9525">
            <a:solidFill>
              <a:schemeClr val="accent1">
                <a:alpha val="14000"/>
              </a:schemeClr>
            </a:solidFill>
            <a:prstDash val="solid"/>
          </a:ln>
        </p:spPr>
        <p:txBody>
          <a:bodyPr/>
          <a:lstStyle/>
          <a:p>
            <a:endParaRPr lang="fr-FR" sz="7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9D7DDECE-8E10-2F37-50E9-BACFC59BDDBC}"/>
              </a:ext>
            </a:extLst>
          </p:cNvPr>
          <p:cNvSpPr/>
          <p:nvPr/>
        </p:nvSpPr>
        <p:spPr>
          <a:xfrm>
            <a:off x="7382768" y="3388519"/>
            <a:ext cx="1294623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Lorem ipsum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29B8E9CB-14EC-07F1-2A95-3B5FEA824D55}"/>
              </a:ext>
            </a:extLst>
          </p:cNvPr>
          <p:cNvCxnSpPr>
            <a:cxnSpLocks/>
          </p:cNvCxnSpPr>
          <p:nvPr/>
        </p:nvCxnSpPr>
        <p:spPr>
          <a:xfrm flipV="1">
            <a:off x="0" y="106308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Google Shape;36;p4">
            <a:extLst>
              <a:ext uri="{FF2B5EF4-FFF2-40B4-BE49-F238E27FC236}">
                <a16:creationId xmlns:a16="http://schemas.microsoft.com/office/drawing/2014/main" id="{575A65EC-C279-0064-139B-BBE267A00460}"/>
              </a:ext>
            </a:extLst>
          </p:cNvPr>
          <p:cNvSpPr txBox="1"/>
          <p:nvPr/>
        </p:nvSpPr>
        <p:spPr>
          <a:xfrm>
            <a:off x="326571" y="289910"/>
            <a:ext cx="4101404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noProof="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Title of this slide in one or two lines maximum.</a:t>
            </a:r>
          </a:p>
        </p:txBody>
      </p:sp>
      <p:sp>
        <p:nvSpPr>
          <p:cNvPr id="2" name="Google Shape;135;p7">
            <a:extLst>
              <a:ext uri="{FF2B5EF4-FFF2-40B4-BE49-F238E27FC236}">
                <a16:creationId xmlns:a16="http://schemas.microsoft.com/office/drawing/2014/main" id="{A707A078-C56A-69E9-C38C-E5BADF9D49DB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tx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37</a:t>
            </a:fld>
            <a:endParaRPr lang="fr" sz="1000">
              <a:solidFill>
                <a:schemeClr val="tx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461530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6E0B5-1B11-AB3F-02F6-DE891315F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B49B134D-5B24-5587-1536-80D532A77075}"/>
              </a:ext>
            </a:extLst>
          </p:cNvPr>
          <p:cNvSpPr/>
          <p:nvPr/>
        </p:nvSpPr>
        <p:spPr>
          <a:xfrm>
            <a:off x="419100" y="1661486"/>
            <a:ext cx="2692375" cy="314325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fr-FR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8EEDD5C-B918-5F30-C63B-2F9290BC03CC}"/>
              </a:ext>
            </a:extLst>
          </p:cNvPr>
          <p:cNvSpPr/>
          <p:nvPr/>
        </p:nvSpPr>
        <p:spPr>
          <a:xfrm>
            <a:off x="523875" y="1727747"/>
            <a:ext cx="2563597" cy="18097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r>
              <a:rPr lang="en-US" sz="1100">
                <a:solidFill>
                  <a:srgbClr val="FFFFFF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Domain one</a:t>
            </a:r>
            <a:endParaRPr lang="en-US" sz="11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15D472C-41EE-9E29-B057-046C9C16192E}"/>
              </a:ext>
            </a:extLst>
          </p:cNvPr>
          <p:cNvSpPr/>
          <p:nvPr/>
        </p:nvSpPr>
        <p:spPr>
          <a:xfrm>
            <a:off x="419100" y="2032961"/>
            <a:ext cx="2692375" cy="323850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fr-FR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ABB280B-0D29-7EE3-1298-4CFB48653298}"/>
              </a:ext>
            </a:extLst>
          </p:cNvPr>
          <p:cNvSpPr/>
          <p:nvPr/>
        </p:nvSpPr>
        <p:spPr>
          <a:xfrm>
            <a:off x="523875" y="2108333"/>
            <a:ext cx="2563597" cy="2160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r>
              <a:rPr lang="en-US" sz="1000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Capability</a:t>
            </a:r>
            <a:endParaRPr lang="en-US" sz="10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29ADE7E-2A46-537F-EECD-77F9FC3354F9}"/>
              </a:ext>
            </a:extLst>
          </p:cNvPr>
          <p:cNvSpPr/>
          <p:nvPr/>
        </p:nvSpPr>
        <p:spPr>
          <a:xfrm>
            <a:off x="419100" y="2413961"/>
            <a:ext cx="2692375" cy="323850"/>
          </a:xfrm>
          <a:prstGeom prst="rect">
            <a:avLst/>
          </a:prstGeom>
          <a:solidFill>
            <a:srgbClr val="F4FBDA"/>
          </a:solidFill>
          <a:ln/>
        </p:spPr>
        <p:txBody>
          <a:bodyPr/>
          <a:lstStyle/>
          <a:p>
            <a:endParaRPr lang="fr-FR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9613C11-0D2F-1917-AD21-4A3CA20DE451}"/>
              </a:ext>
            </a:extLst>
          </p:cNvPr>
          <p:cNvSpPr/>
          <p:nvPr/>
        </p:nvSpPr>
        <p:spPr>
          <a:xfrm>
            <a:off x="523875" y="2489333"/>
            <a:ext cx="2563597" cy="2160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r>
              <a:rPr lang="en-US" sz="1000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Capability</a:t>
            </a:r>
            <a:endParaRPr lang="en-US" sz="10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3E49D45-CAEA-1B4F-F32F-77C18501D724}"/>
              </a:ext>
            </a:extLst>
          </p:cNvPr>
          <p:cNvSpPr/>
          <p:nvPr/>
        </p:nvSpPr>
        <p:spPr>
          <a:xfrm>
            <a:off x="419100" y="2794961"/>
            <a:ext cx="2692375" cy="323850"/>
          </a:xfrm>
          <a:prstGeom prst="rect">
            <a:avLst/>
          </a:prstGeom>
          <a:solidFill>
            <a:srgbClr val="D5D3C4"/>
          </a:solidFill>
          <a:ln/>
        </p:spPr>
        <p:txBody>
          <a:bodyPr/>
          <a:lstStyle/>
          <a:p>
            <a:endParaRPr lang="fr-FR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121ADF2-EFBE-5E1D-0F5F-BA07C64C2CF2}"/>
              </a:ext>
            </a:extLst>
          </p:cNvPr>
          <p:cNvSpPr/>
          <p:nvPr/>
        </p:nvSpPr>
        <p:spPr>
          <a:xfrm>
            <a:off x="523875" y="2870333"/>
            <a:ext cx="2563597" cy="2160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r>
              <a:rPr lang="en-US" sz="1000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Capability</a:t>
            </a:r>
            <a:endParaRPr lang="en-US" sz="10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FA3E274-6B4A-CF9D-FC2A-0AEADBA9C961}"/>
              </a:ext>
            </a:extLst>
          </p:cNvPr>
          <p:cNvSpPr/>
          <p:nvPr/>
        </p:nvSpPr>
        <p:spPr>
          <a:xfrm>
            <a:off x="419100" y="3175961"/>
            <a:ext cx="2692375" cy="323850"/>
          </a:xfrm>
          <a:prstGeom prst="rect">
            <a:avLst/>
          </a:prstGeom>
          <a:solidFill>
            <a:srgbClr val="D5D3C4"/>
          </a:solidFill>
          <a:ln/>
        </p:spPr>
        <p:txBody>
          <a:bodyPr/>
          <a:lstStyle/>
          <a:p>
            <a:endParaRPr lang="fr-FR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DDAD574-DF4E-FB8E-D3E0-7F0A2985979E}"/>
              </a:ext>
            </a:extLst>
          </p:cNvPr>
          <p:cNvSpPr/>
          <p:nvPr/>
        </p:nvSpPr>
        <p:spPr>
          <a:xfrm>
            <a:off x="523875" y="3251333"/>
            <a:ext cx="2563597" cy="2160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r>
              <a:rPr lang="en-US" sz="1000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Capability</a:t>
            </a:r>
            <a:endParaRPr lang="en-US" sz="10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E12B606-C88D-DF4E-4BED-BFB7ACAA09E5}"/>
              </a:ext>
            </a:extLst>
          </p:cNvPr>
          <p:cNvSpPr/>
          <p:nvPr/>
        </p:nvSpPr>
        <p:spPr>
          <a:xfrm>
            <a:off x="3225775" y="1661486"/>
            <a:ext cx="2692375" cy="314325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fr-FR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ABA7238-0028-81B1-0295-D2619C1F3DA9}"/>
              </a:ext>
            </a:extLst>
          </p:cNvPr>
          <p:cNvSpPr/>
          <p:nvPr/>
        </p:nvSpPr>
        <p:spPr>
          <a:xfrm>
            <a:off x="3330550" y="1727747"/>
            <a:ext cx="2563597" cy="18097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r>
              <a:rPr lang="en-US" sz="1100">
                <a:solidFill>
                  <a:srgbClr val="FFFFFF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Domain two</a:t>
            </a:r>
            <a:endParaRPr lang="en-US" sz="11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B6E7B67-20AE-DFAF-7FDA-64834C9E3429}"/>
              </a:ext>
            </a:extLst>
          </p:cNvPr>
          <p:cNvSpPr/>
          <p:nvPr/>
        </p:nvSpPr>
        <p:spPr>
          <a:xfrm>
            <a:off x="3225775" y="2032961"/>
            <a:ext cx="2692375" cy="323850"/>
          </a:xfrm>
          <a:prstGeom prst="rect">
            <a:avLst/>
          </a:prstGeom>
          <a:solidFill>
            <a:srgbClr val="D5D3C4"/>
          </a:solidFill>
          <a:ln/>
        </p:spPr>
        <p:txBody>
          <a:bodyPr/>
          <a:lstStyle/>
          <a:p>
            <a:endParaRPr lang="fr-FR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1AD1E89-CCE0-BD0F-ABFA-2BC33A173C25}"/>
              </a:ext>
            </a:extLst>
          </p:cNvPr>
          <p:cNvSpPr/>
          <p:nvPr/>
        </p:nvSpPr>
        <p:spPr>
          <a:xfrm>
            <a:off x="3330550" y="2108333"/>
            <a:ext cx="2563597" cy="2160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r>
              <a:rPr lang="en-US" sz="1000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Capability</a:t>
            </a:r>
            <a:endParaRPr lang="en-US" sz="10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CA1BEBD0-B667-73BB-6FEB-1749F3D0AFEB}"/>
              </a:ext>
            </a:extLst>
          </p:cNvPr>
          <p:cNvSpPr/>
          <p:nvPr/>
        </p:nvSpPr>
        <p:spPr>
          <a:xfrm>
            <a:off x="3225775" y="2413961"/>
            <a:ext cx="2692375" cy="323850"/>
          </a:xfrm>
          <a:prstGeom prst="rect">
            <a:avLst/>
          </a:prstGeom>
          <a:solidFill>
            <a:srgbClr val="F4FBDA"/>
          </a:solidFill>
          <a:ln/>
        </p:spPr>
        <p:txBody>
          <a:bodyPr/>
          <a:lstStyle/>
          <a:p>
            <a:endParaRPr lang="fr-FR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862D908-D7CE-AC9C-77C3-4B51BA50783E}"/>
              </a:ext>
            </a:extLst>
          </p:cNvPr>
          <p:cNvSpPr/>
          <p:nvPr/>
        </p:nvSpPr>
        <p:spPr>
          <a:xfrm>
            <a:off x="3330550" y="2489333"/>
            <a:ext cx="2563597" cy="2160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r>
              <a:rPr lang="en-US" sz="1000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Capability</a:t>
            </a:r>
            <a:endParaRPr lang="en-US" sz="10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FBD7451D-C0C3-5670-3B13-DF9EFE9B66CB}"/>
              </a:ext>
            </a:extLst>
          </p:cNvPr>
          <p:cNvSpPr/>
          <p:nvPr/>
        </p:nvSpPr>
        <p:spPr>
          <a:xfrm>
            <a:off x="3225775" y="2794961"/>
            <a:ext cx="2692375" cy="323850"/>
          </a:xfrm>
          <a:prstGeom prst="rect">
            <a:avLst/>
          </a:prstGeom>
          <a:solidFill>
            <a:srgbClr val="D5D3C4"/>
          </a:solidFill>
          <a:ln/>
        </p:spPr>
        <p:txBody>
          <a:bodyPr/>
          <a:lstStyle/>
          <a:p>
            <a:endParaRPr lang="fr-FR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EBAE815-F37E-AB15-5657-17BC025AA4A1}"/>
              </a:ext>
            </a:extLst>
          </p:cNvPr>
          <p:cNvSpPr/>
          <p:nvPr/>
        </p:nvSpPr>
        <p:spPr>
          <a:xfrm>
            <a:off x="3330550" y="2870333"/>
            <a:ext cx="2563597" cy="2160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r>
              <a:rPr lang="en-US" sz="1000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Capability</a:t>
            </a:r>
            <a:endParaRPr lang="en-US" sz="10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4559739E-9D06-A9DB-E715-E6A9790348C2}"/>
              </a:ext>
            </a:extLst>
          </p:cNvPr>
          <p:cNvSpPr/>
          <p:nvPr/>
        </p:nvSpPr>
        <p:spPr>
          <a:xfrm>
            <a:off x="3225775" y="3175961"/>
            <a:ext cx="2692375" cy="323850"/>
          </a:xfrm>
          <a:prstGeom prst="rect">
            <a:avLst/>
          </a:prstGeom>
          <a:solidFill>
            <a:srgbClr val="D5D3C4"/>
          </a:solidFill>
          <a:ln/>
        </p:spPr>
        <p:txBody>
          <a:bodyPr/>
          <a:lstStyle/>
          <a:p>
            <a:endParaRPr lang="fr-FR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4FB1EB9-E84F-B3E6-DC1C-EDEB4E5A9769}"/>
              </a:ext>
            </a:extLst>
          </p:cNvPr>
          <p:cNvSpPr/>
          <p:nvPr/>
        </p:nvSpPr>
        <p:spPr>
          <a:xfrm>
            <a:off x="3330550" y="3251333"/>
            <a:ext cx="2563597" cy="2160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r>
              <a:rPr lang="en-US" sz="1000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Capability</a:t>
            </a:r>
            <a:endParaRPr lang="en-US" sz="10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34D89580-77E6-81E6-5440-137F5E42E003}"/>
              </a:ext>
            </a:extLst>
          </p:cNvPr>
          <p:cNvSpPr/>
          <p:nvPr/>
        </p:nvSpPr>
        <p:spPr>
          <a:xfrm>
            <a:off x="6032451" y="1661486"/>
            <a:ext cx="2692450" cy="314325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fr-FR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8B3F3899-EE1B-40AD-0E7D-49229CAAA48C}"/>
              </a:ext>
            </a:extLst>
          </p:cNvPr>
          <p:cNvSpPr/>
          <p:nvPr/>
        </p:nvSpPr>
        <p:spPr>
          <a:xfrm>
            <a:off x="6137226" y="1727747"/>
            <a:ext cx="2563673" cy="18097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r>
              <a:rPr lang="en-US" sz="1100">
                <a:solidFill>
                  <a:srgbClr val="FFFFFF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Domain three</a:t>
            </a:r>
            <a:endParaRPr lang="en-US" sz="11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901D140A-2786-E893-60B1-A1D0EA2C2EA1}"/>
              </a:ext>
            </a:extLst>
          </p:cNvPr>
          <p:cNvSpPr/>
          <p:nvPr/>
        </p:nvSpPr>
        <p:spPr>
          <a:xfrm>
            <a:off x="6032451" y="2032961"/>
            <a:ext cx="2692450" cy="323850"/>
          </a:xfrm>
          <a:prstGeom prst="rect">
            <a:avLst/>
          </a:prstGeom>
          <a:solidFill>
            <a:srgbClr val="D5D3C4"/>
          </a:solidFill>
          <a:ln/>
        </p:spPr>
        <p:txBody>
          <a:bodyPr/>
          <a:lstStyle/>
          <a:p>
            <a:endParaRPr lang="fr-FR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AC0DA86F-1090-2353-E8E1-C5329454D007}"/>
              </a:ext>
            </a:extLst>
          </p:cNvPr>
          <p:cNvSpPr/>
          <p:nvPr/>
        </p:nvSpPr>
        <p:spPr>
          <a:xfrm>
            <a:off x="6137226" y="2108333"/>
            <a:ext cx="2563673" cy="2160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r>
              <a:rPr lang="en-US" sz="1000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Capability</a:t>
            </a:r>
            <a:endParaRPr lang="en-US" sz="10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DBD6F3D7-9F38-7E45-C5B0-8A8A5EA02C87}"/>
              </a:ext>
            </a:extLst>
          </p:cNvPr>
          <p:cNvSpPr/>
          <p:nvPr/>
        </p:nvSpPr>
        <p:spPr>
          <a:xfrm>
            <a:off x="6032451" y="2413961"/>
            <a:ext cx="2692450" cy="323850"/>
          </a:xfrm>
          <a:prstGeom prst="rect">
            <a:avLst/>
          </a:prstGeom>
          <a:solidFill>
            <a:srgbClr val="F4FBDA"/>
          </a:solidFill>
          <a:ln/>
        </p:spPr>
        <p:txBody>
          <a:bodyPr/>
          <a:lstStyle/>
          <a:p>
            <a:endParaRPr lang="fr-FR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4FEA006B-F383-3B13-65E9-D129800F0524}"/>
              </a:ext>
            </a:extLst>
          </p:cNvPr>
          <p:cNvSpPr/>
          <p:nvPr/>
        </p:nvSpPr>
        <p:spPr>
          <a:xfrm>
            <a:off x="6137226" y="2489333"/>
            <a:ext cx="2563673" cy="2160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r>
              <a:rPr lang="en-US" sz="1000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Capability</a:t>
            </a:r>
            <a:endParaRPr lang="en-US" sz="10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B11FC4DB-AC76-CB68-C42B-0FF804552E7E}"/>
              </a:ext>
            </a:extLst>
          </p:cNvPr>
          <p:cNvSpPr/>
          <p:nvPr/>
        </p:nvSpPr>
        <p:spPr>
          <a:xfrm>
            <a:off x="6032451" y="2794961"/>
            <a:ext cx="2692450" cy="323850"/>
          </a:xfrm>
          <a:prstGeom prst="rect">
            <a:avLst/>
          </a:prstGeom>
          <a:solidFill>
            <a:srgbClr val="D5D3C4"/>
          </a:solidFill>
          <a:ln/>
        </p:spPr>
        <p:txBody>
          <a:bodyPr/>
          <a:lstStyle/>
          <a:p>
            <a:endParaRPr lang="fr-FR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FA9BA27D-9A53-2532-7C79-C46D5AC61AB5}"/>
              </a:ext>
            </a:extLst>
          </p:cNvPr>
          <p:cNvSpPr/>
          <p:nvPr/>
        </p:nvSpPr>
        <p:spPr>
          <a:xfrm>
            <a:off x="6137226" y="2870333"/>
            <a:ext cx="2563673" cy="2160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r>
              <a:rPr lang="en-US" sz="1000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Capability</a:t>
            </a:r>
            <a:endParaRPr lang="en-US" sz="10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257A1AEA-A1C9-A5C3-6587-BBEB30B7772D}"/>
              </a:ext>
            </a:extLst>
          </p:cNvPr>
          <p:cNvSpPr/>
          <p:nvPr/>
        </p:nvSpPr>
        <p:spPr>
          <a:xfrm>
            <a:off x="6032451" y="3175961"/>
            <a:ext cx="2692450" cy="323850"/>
          </a:xfrm>
          <a:prstGeom prst="rect">
            <a:avLst/>
          </a:prstGeom>
          <a:solidFill>
            <a:srgbClr val="D5D3C4"/>
          </a:solidFill>
          <a:ln/>
        </p:spPr>
        <p:txBody>
          <a:bodyPr/>
          <a:lstStyle/>
          <a:p>
            <a:endParaRPr lang="fr-FR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B14DA575-4E6A-A22B-E34C-06BB70D6D183}"/>
              </a:ext>
            </a:extLst>
          </p:cNvPr>
          <p:cNvSpPr/>
          <p:nvPr/>
        </p:nvSpPr>
        <p:spPr>
          <a:xfrm>
            <a:off x="6137226" y="3251333"/>
            <a:ext cx="2563673" cy="2160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r>
              <a:rPr lang="en-US" sz="1000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Capability</a:t>
            </a:r>
            <a:endParaRPr lang="en-US" sz="10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5F097726-B265-29E5-300C-AF723D675A6C}"/>
              </a:ext>
            </a:extLst>
          </p:cNvPr>
          <p:cNvCxnSpPr>
            <a:cxnSpLocks/>
          </p:cNvCxnSpPr>
          <p:nvPr/>
        </p:nvCxnSpPr>
        <p:spPr>
          <a:xfrm flipV="1">
            <a:off x="0" y="106308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Google Shape;36;p4">
            <a:extLst>
              <a:ext uri="{FF2B5EF4-FFF2-40B4-BE49-F238E27FC236}">
                <a16:creationId xmlns:a16="http://schemas.microsoft.com/office/drawing/2014/main" id="{35C1E2C5-DA73-B44A-D988-2052D7E4256C}"/>
              </a:ext>
            </a:extLst>
          </p:cNvPr>
          <p:cNvSpPr txBox="1"/>
          <p:nvPr/>
        </p:nvSpPr>
        <p:spPr>
          <a:xfrm>
            <a:off x="326571" y="289910"/>
            <a:ext cx="4101404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noProof="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Title of this slide in one or two lines maximum.</a:t>
            </a:r>
          </a:p>
        </p:txBody>
      </p:sp>
      <p:sp>
        <p:nvSpPr>
          <p:cNvPr id="2" name="Google Shape;135;p7">
            <a:extLst>
              <a:ext uri="{FF2B5EF4-FFF2-40B4-BE49-F238E27FC236}">
                <a16:creationId xmlns:a16="http://schemas.microsoft.com/office/drawing/2014/main" id="{10B34200-519A-E644-84F5-D09CEB3E60F2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tx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38</a:t>
            </a:fld>
            <a:endParaRPr lang="fr" sz="1000">
              <a:solidFill>
                <a:schemeClr val="tx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75208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6F21F-7DD3-FCE2-BCB8-9243666E7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0CBFB4C9-1B18-9F65-BF8D-44540306CEEB}"/>
              </a:ext>
            </a:extLst>
          </p:cNvPr>
          <p:cNvSpPr/>
          <p:nvPr/>
        </p:nvSpPr>
        <p:spPr>
          <a:xfrm>
            <a:off x="419100" y="1700213"/>
            <a:ext cx="1492367" cy="152400"/>
          </a:xfrm>
          <a:prstGeom prst="rect">
            <a:avLst/>
          </a:prstGeom>
          <a:noFill/>
          <a:ln/>
        </p:spPr>
        <p:txBody>
          <a:bodyPr wrap="none" lIns="12700" tIns="12700" rIns="12700" bIns="12700" rtlCol="0" anchor="t">
            <a:normAutofit lnSpcReduction="10000"/>
          </a:bodyPr>
          <a:lstStyle/>
          <a:p>
            <a:r>
              <a:rPr lang="en-US" sz="900" spc="126">
                <a:solidFill>
                  <a:srgbClr val="6A6A66"/>
                </a:solidFill>
                <a:latin typeface="Geist" pitchFamily="2" charset="77"/>
                <a:ea typeface="Geist" pitchFamily="2" charset="77"/>
                <a:cs typeface="Geist" pitchFamily="2" charset="77"/>
              </a:rPr>
              <a:t>PRIMARY ACTIVITIES</a:t>
            </a:r>
            <a:endParaRPr lang="en-US" sz="900">
              <a:latin typeface="Geist" pitchFamily="2" charset="77"/>
              <a:ea typeface="Geist" pitchFamily="2" charset="77"/>
              <a:cs typeface="Geist" pitchFamily="2" charset="77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4CCFD74-824D-7D20-533B-9392086A5688}"/>
              </a:ext>
            </a:extLst>
          </p:cNvPr>
          <p:cNvSpPr/>
          <p:nvPr/>
        </p:nvSpPr>
        <p:spPr>
          <a:xfrm>
            <a:off x="419100" y="1900238"/>
            <a:ext cx="1592610" cy="628650"/>
          </a:xfrm>
          <a:prstGeom prst="rect">
            <a:avLst/>
          </a:prstGeom>
          <a:solidFill>
            <a:srgbClr val="767884"/>
          </a:solidFill>
          <a:ln/>
        </p:spPr>
        <p:txBody>
          <a:bodyPr/>
          <a:lstStyle/>
          <a:p>
            <a:endParaRPr lang="fr-FR" sz="7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396788D-7617-D12A-1146-487812821365}"/>
              </a:ext>
            </a:extLst>
          </p:cNvPr>
          <p:cNvSpPr/>
          <p:nvPr/>
        </p:nvSpPr>
        <p:spPr>
          <a:xfrm>
            <a:off x="540855" y="2031932"/>
            <a:ext cx="1406113" cy="171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r>
              <a:rPr lang="en-US" sz="1050">
                <a:solidFill>
                  <a:srgbClr val="FFFFFF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Activity 1</a:t>
            </a:r>
            <a:endParaRPr lang="en-US" sz="105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F5CCCD4-72F8-4398-B630-5F46A095BE78}"/>
              </a:ext>
            </a:extLst>
          </p:cNvPr>
          <p:cNvSpPr/>
          <p:nvPr/>
        </p:nvSpPr>
        <p:spPr>
          <a:xfrm>
            <a:off x="540855" y="2214149"/>
            <a:ext cx="1406113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 lnSpcReduction="10000"/>
          </a:bodyPr>
          <a:lstStyle/>
          <a:p>
            <a:r>
              <a:rPr lang="en-US" sz="1000">
                <a:solidFill>
                  <a:srgbClr val="FFFFFF">
                    <a:alpha val="75000"/>
                  </a:srgbClr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Primary</a:t>
            </a:r>
            <a:endParaRPr lang="en-US" sz="10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B0F8BF5-8C72-2D24-5024-055DB87F8B04}"/>
              </a:ext>
            </a:extLst>
          </p:cNvPr>
          <p:cNvSpPr/>
          <p:nvPr/>
        </p:nvSpPr>
        <p:spPr>
          <a:xfrm>
            <a:off x="2049810" y="1900238"/>
            <a:ext cx="1640235" cy="628650"/>
          </a:xfrm>
          <a:prstGeom prst="rect">
            <a:avLst/>
          </a:prstGeom>
          <a:solidFill>
            <a:srgbClr val="767884"/>
          </a:solidFill>
          <a:ln/>
        </p:spPr>
        <p:txBody>
          <a:bodyPr/>
          <a:lstStyle/>
          <a:p>
            <a:endParaRPr lang="fr-FR" sz="7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8915CD6-23C0-EDE8-3C0B-F2D19DA99B8E}"/>
              </a:ext>
            </a:extLst>
          </p:cNvPr>
          <p:cNvSpPr/>
          <p:nvPr/>
        </p:nvSpPr>
        <p:spPr>
          <a:xfrm>
            <a:off x="2219190" y="2031932"/>
            <a:ext cx="1406113" cy="171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r>
              <a:rPr lang="en-US" sz="1050">
                <a:solidFill>
                  <a:srgbClr val="FFFFFF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Activity 2</a:t>
            </a:r>
            <a:endParaRPr lang="en-US" sz="105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32ED10E-BA2E-7EC0-3A2B-004AB2B27DE5}"/>
              </a:ext>
            </a:extLst>
          </p:cNvPr>
          <p:cNvSpPr/>
          <p:nvPr/>
        </p:nvSpPr>
        <p:spPr>
          <a:xfrm>
            <a:off x="2219190" y="2214149"/>
            <a:ext cx="1406113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 lnSpcReduction="10000"/>
          </a:bodyPr>
          <a:lstStyle/>
          <a:p>
            <a:r>
              <a:rPr lang="en-US" sz="1000">
                <a:solidFill>
                  <a:srgbClr val="FFFFFF">
                    <a:alpha val="75000"/>
                  </a:srgbClr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Primary</a:t>
            </a:r>
            <a:endParaRPr lang="en-US" sz="10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288F661-4C7C-ED6E-C2B2-17DD4C00DA0D}"/>
              </a:ext>
            </a:extLst>
          </p:cNvPr>
          <p:cNvSpPr/>
          <p:nvPr/>
        </p:nvSpPr>
        <p:spPr>
          <a:xfrm>
            <a:off x="3728145" y="1900238"/>
            <a:ext cx="1640235" cy="628650"/>
          </a:xfrm>
          <a:prstGeom prst="rect">
            <a:avLst/>
          </a:prstGeom>
          <a:solidFill>
            <a:srgbClr val="767884"/>
          </a:solidFill>
          <a:ln/>
        </p:spPr>
        <p:txBody>
          <a:bodyPr/>
          <a:lstStyle/>
          <a:p>
            <a:endParaRPr lang="fr-FR" sz="7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2D18F50-EE40-C16E-2CE6-7EA3B60CA261}"/>
              </a:ext>
            </a:extLst>
          </p:cNvPr>
          <p:cNvSpPr/>
          <p:nvPr/>
        </p:nvSpPr>
        <p:spPr>
          <a:xfrm>
            <a:off x="3897525" y="2031932"/>
            <a:ext cx="1406113" cy="171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r>
              <a:rPr lang="en-US" sz="1050">
                <a:solidFill>
                  <a:srgbClr val="FFFFFF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Activity 3</a:t>
            </a:r>
            <a:endParaRPr lang="en-US" sz="105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89F5ECC-2F09-E483-13F1-FAE105083955}"/>
              </a:ext>
            </a:extLst>
          </p:cNvPr>
          <p:cNvSpPr/>
          <p:nvPr/>
        </p:nvSpPr>
        <p:spPr>
          <a:xfrm>
            <a:off x="3897525" y="2214149"/>
            <a:ext cx="1406113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 lnSpcReduction="10000"/>
          </a:bodyPr>
          <a:lstStyle/>
          <a:p>
            <a:r>
              <a:rPr lang="en-US" sz="1000">
                <a:solidFill>
                  <a:srgbClr val="FFFFFF">
                    <a:alpha val="75000"/>
                  </a:srgbClr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Primary</a:t>
            </a:r>
            <a:endParaRPr lang="en-US" sz="10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599B5DF-C01D-FF64-AB5A-CEE7166FB07F}"/>
              </a:ext>
            </a:extLst>
          </p:cNvPr>
          <p:cNvSpPr/>
          <p:nvPr/>
        </p:nvSpPr>
        <p:spPr>
          <a:xfrm>
            <a:off x="5406480" y="1900238"/>
            <a:ext cx="1640235" cy="628650"/>
          </a:xfrm>
          <a:prstGeom prst="rect">
            <a:avLst/>
          </a:prstGeom>
          <a:solidFill>
            <a:srgbClr val="767884"/>
          </a:solidFill>
          <a:ln/>
        </p:spPr>
        <p:txBody>
          <a:bodyPr/>
          <a:lstStyle/>
          <a:p>
            <a:endParaRPr lang="fr-FR" sz="7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2B981E7-9D0B-253C-F35C-2DF1C72A42A7}"/>
              </a:ext>
            </a:extLst>
          </p:cNvPr>
          <p:cNvSpPr/>
          <p:nvPr/>
        </p:nvSpPr>
        <p:spPr>
          <a:xfrm>
            <a:off x="5575860" y="2031932"/>
            <a:ext cx="1406113" cy="171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r>
              <a:rPr lang="en-US" sz="1050">
                <a:solidFill>
                  <a:srgbClr val="FFFFFF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Activity 4</a:t>
            </a:r>
            <a:endParaRPr lang="en-US" sz="105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C8BB15B-68F8-0F98-808E-688592153511}"/>
              </a:ext>
            </a:extLst>
          </p:cNvPr>
          <p:cNvSpPr/>
          <p:nvPr/>
        </p:nvSpPr>
        <p:spPr>
          <a:xfrm>
            <a:off x="5575860" y="2214149"/>
            <a:ext cx="1406113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 lnSpcReduction="10000"/>
          </a:bodyPr>
          <a:lstStyle/>
          <a:p>
            <a:r>
              <a:rPr lang="en-US" sz="1000">
                <a:solidFill>
                  <a:srgbClr val="FFFFFF">
                    <a:alpha val="75000"/>
                  </a:srgbClr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Primary</a:t>
            </a:r>
            <a:endParaRPr lang="en-US" sz="10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F2145B4-1D81-D868-8897-28B7E215378F}"/>
              </a:ext>
            </a:extLst>
          </p:cNvPr>
          <p:cNvSpPr/>
          <p:nvPr/>
        </p:nvSpPr>
        <p:spPr>
          <a:xfrm>
            <a:off x="7084814" y="1900238"/>
            <a:ext cx="1640235" cy="628650"/>
          </a:xfrm>
          <a:prstGeom prst="rect">
            <a:avLst/>
          </a:prstGeom>
          <a:solidFill>
            <a:srgbClr val="767884"/>
          </a:solidFill>
          <a:ln/>
        </p:spPr>
        <p:txBody>
          <a:bodyPr/>
          <a:lstStyle/>
          <a:p>
            <a:endParaRPr lang="fr-FR" sz="7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14E2609-FB4F-5839-CBD1-F3DB246E709F}"/>
              </a:ext>
            </a:extLst>
          </p:cNvPr>
          <p:cNvSpPr/>
          <p:nvPr/>
        </p:nvSpPr>
        <p:spPr>
          <a:xfrm>
            <a:off x="7254194" y="2031932"/>
            <a:ext cx="1406113" cy="171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r>
              <a:rPr lang="en-US" sz="1050">
                <a:solidFill>
                  <a:srgbClr val="FFFFFF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Activity 5</a:t>
            </a:r>
            <a:endParaRPr lang="en-US" sz="105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03D71CA-237E-DE4E-80C1-EE7895EE4767}"/>
              </a:ext>
            </a:extLst>
          </p:cNvPr>
          <p:cNvSpPr/>
          <p:nvPr/>
        </p:nvSpPr>
        <p:spPr>
          <a:xfrm>
            <a:off x="7254194" y="2214149"/>
            <a:ext cx="1406113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 lnSpcReduction="10000"/>
          </a:bodyPr>
          <a:lstStyle/>
          <a:p>
            <a:r>
              <a:rPr lang="en-US" sz="1000">
                <a:solidFill>
                  <a:srgbClr val="FFFFFF">
                    <a:alpha val="75000"/>
                  </a:srgbClr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Primary</a:t>
            </a:r>
            <a:endParaRPr lang="en-US" sz="10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5F439F6-F5C3-551A-AA1C-D04883E1E9FC}"/>
              </a:ext>
            </a:extLst>
          </p:cNvPr>
          <p:cNvSpPr/>
          <p:nvPr/>
        </p:nvSpPr>
        <p:spPr>
          <a:xfrm>
            <a:off x="419100" y="2633663"/>
            <a:ext cx="1530006" cy="152400"/>
          </a:xfrm>
          <a:prstGeom prst="rect">
            <a:avLst/>
          </a:prstGeom>
          <a:noFill/>
          <a:ln/>
        </p:spPr>
        <p:txBody>
          <a:bodyPr wrap="none" lIns="12700" tIns="12700" rIns="12700" bIns="12700" rtlCol="0" anchor="t">
            <a:normAutofit lnSpcReduction="10000"/>
          </a:bodyPr>
          <a:lstStyle/>
          <a:p>
            <a:r>
              <a:rPr lang="en-US" sz="900" spc="126">
                <a:solidFill>
                  <a:srgbClr val="6A6A66"/>
                </a:solidFill>
                <a:latin typeface="Geist" pitchFamily="2" charset="77"/>
                <a:ea typeface="Geist" pitchFamily="2" charset="77"/>
                <a:cs typeface="Geist" pitchFamily="2" charset="77"/>
              </a:rPr>
              <a:t>SUPPORT ACTIVITIES</a:t>
            </a:r>
            <a:endParaRPr lang="en-US" sz="900">
              <a:latin typeface="Geist" pitchFamily="2" charset="77"/>
              <a:ea typeface="Geist" pitchFamily="2" charset="77"/>
              <a:cs typeface="Geist" pitchFamily="2" charset="77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E553D647-C2B8-2A62-AD0C-FA9DD3808DDA}"/>
              </a:ext>
            </a:extLst>
          </p:cNvPr>
          <p:cNvSpPr/>
          <p:nvPr/>
        </p:nvSpPr>
        <p:spPr>
          <a:xfrm>
            <a:off x="419100" y="2833688"/>
            <a:ext cx="8305800" cy="419100"/>
          </a:xfrm>
          <a:prstGeom prst="rect">
            <a:avLst/>
          </a:prstGeom>
          <a:solidFill>
            <a:srgbClr val="D5D3C4"/>
          </a:solidFill>
          <a:ln/>
        </p:spPr>
        <p:txBody>
          <a:bodyPr/>
          <a:lstStyle/>
          <a:p>
            <a:endParaRPr lang="fr-FR" sz="7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99E301C-CF71-25C5-6888-72F58F61B3E5}"/>
              </a:ext>
            </a:extLst>
          </p:cNvPr>
          <p:cNvSpPr/>
          <p:nvPr/>
        </p:nvSpPr>
        <p:spPr>
          <a:xfrm>
            <a:off x="581025" y="2833688"/>
            <a:ext cx="8231124" cy="4381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r>
              <a:rPr lang="en-US" sz="1000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Support activity example</a:t>
            </a:r>
            <a:endParaRPr lang="en-US" sz="10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449042E6-B27B-6E9D-1BB2-C41550CF906D}"/>
              </a:ext>
            </a:extLst>
          </p:cNvPr>
          <p:cNvSpPr/>
          <p:nvPr/>
        </p:nvSpPr>
        <p:spPr>
          <a:xfrm>
            <a:off x="419100" y="3300413"/>
            <a:ext cx="8305800" cy="419100"/>
          </a:xfrm>
          <a:prstGeom prst="rect">
            <a:avLst/>
          </a:prstGeom>
          <a:solidFill>
            <a:srgbClr val="D5D3C4"/>
          </a:solidFill>
          <a:ln/>
        </p:spPr>
        <p:txBody>
          <a:bodyPr/>
          <a:lstStyle/>
          <a:p>
            <a:endParaRPr lang="fr-FR" sz="7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504D53F-A990-9C95-D2CA-53097E17DEF4}"/>
              </a:ext>
            </a:extLst>
          </p:cNvPr>
          <p:cNvSpPr/>
          <p:nvPr/>
        </p:nvSpPr>
        <p:spPr>
          <a:xfrm>
            <a:off x="581025" y="3300413"/>
            <a:ext cx="8231124" cy="4381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r>
              <a:rPr lang="en-US" sz="1000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Support activity example</a:t>
            </a:r>
            <a:endParaRPr lang="en-US" sz="10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05BCA50A-A3F6-837E-AC3F-B4BF071A5C74}"/>
              </a:ext>
            </a:extLst>
          </p:cNvPr>
          <p:cNvSpPr/>
          <p:nvPr/>
        </p:nvSpPr>
        <p:spPr>
          <a:xfrm>
            <a:off x="419100" y="3767138"/>
            <a:ext cx="8305800" cy="419100"/>
          </a:xfrm>
          <a:prstGeom prst="rect">
            <a:avLst/>
          </a:prstGeom>
          <a:solidFill>
            <a:srgbClr val="D5D3C4"/>
          </a:solidFill>
          <a:ln/>
        </p:spPr>
        <p:txBody>
          <a:bodyPr/>
          <a:lstStyle/>
          <a:p>
            <a:endParaRPr lang="fr-FR" sz="7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E9A9405-E952-451C-FECB-85D315C74857}"/>
              </a:ext>
            </a:extLst>
          </p:cNvPr>
          <p:cNvSpPr/>
          <p:nvPr/>
        </p:nvSpPr>
        <p:spPr>
          <a:xfrm>
            <a:off x="581025" y="3767138"/>
            <a:ext cx="8231124" cy="4381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r>
              <a:rPr lang="en-US" sz="1000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Support activity example</a:t>
            </a:r>
            <a:endParaRPr lang="en-US" sz="10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29C06DEB-7FCA-9746-05B8-C433B243B190}"/>
              </a:ext>
            </a:extLst>
          </p:cNvPr>
          <p:cNvCxnSpPr>
            <a:cxnSpLocks/>
          </p:cNvCxnSpPr>
          <p:nvPr/>
        </p:nvCxnSpPr>
        <p:spPr>
          <a:xfrm flipV="1">
            <a:off x="0" y="106308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36;p4">
            <a:extLst>
              <a:ext uri="{FF2B5EF4-FFF2-40B4-BE49-F238E27FC236}">
                <a16:creationId xmlns:a16="http://schemas.microsoft.com/office/drawing/2014/main" id="{74B8BA03-A39D-F9FA-C9B5-9C61928F1196}"/>
              </a:ext>
            </a:extLst>
          </p:cNvPr>
          <p:cNvSpPr txBox="1"/>
          <p:nvPr/>
        </p:nvSpPr>
        <p:spPr>
          <a:xfrm>
            <a:off x="326571" y="289910"/>
            <a:ext cx="4101404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noProof="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Title of this slide in one or two lines maximum.</a:t>
            </a:r>
          </a:p>
        </p:txBody>
      </p:sp>
      <p:sp>
        <p:nvSpPr>
          <p:cNvPr id="2" name="Google Shape;135;p7">
            <a:extLst>
              <a:ext uri="{FF2B5EF4-FFF2-40B4-BE49-F238E27FC236}">
                <a16:creationId xmlns:a16="http://schemas.microsoft.com/office/drawing/2014/main" id="{D6E87857-2D2F-B96C-EA33-C3762A335F34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tx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39</a:t>
            </a:fld>
            <a:endParaRPr lang="fr" sz="1000">
              <a:solidFill>
                <a:schemeClr val="tx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7919369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19100" y="1281794"/>
            <a:ext cx="4076700" cy="3322847"/>
          </a:xfrm>
          <a:prstGeom prst="rect">
            <a:avLst/>
          </a:prstGeom>
          <a:solidFill>
            <a:srgbClr val="D5D3C4"/>
          </a:solidFill>
          <a:ln/>
        </p:spPr>
        <p:txBody>
          <a:bodyPr/>
          <a:lstStyle/>
          <a:p>
            <a:endParaRPr lang="fr-FR" sz="700"/>
          </a:p>
        </p:txBody>
      </p:sp>
      <p:sp>
        <p:nvSpPr>
          <p:cNvPr id="5" name="Text 3"/>
          <p:cNvSpPr/>
          <p:nvPr/>
        </p:nvSpPr>
        <p:spPr>
          <a:xfrm>
            <a:off x="647700" y="1510394"/>
            <a:ext cx="828000" cy="152400"/>
          </a:xfrm>
          <a:prstGeom prst="rect">
            <a:avLst/>
          </a:prstGeom>
          <a:noFill/>
          <a:ln/>
        </p:spPr>
        <p:txBody>
          <a:bodyPr wrap="none" lIns="12700" tIns="12700" rIns="12700" bIns="12700" rtlCol="0" anchor="t">
            <a:normAutofit lnSpcReduction="10000"/>
          </a:bodyPr>
          <a:lstStyle/>
          <a:p>
            <a:r>
              <a:rPr lang="en-US" sz="900" spc="126">
                <a:solidFill>
                  <a:schemeClr val="tx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BEFORE</a:t>
            </a:r>
            <a:endParaRPr lang="en-US" sz="900">
              <a:solidFill>
                <a:schemeClr val="tx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7700" y="1777094"/>
            <a:ext cx="3728085" cy="1047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74194"/>
              </a:lnSpc>
            </a:pPr>
            <a:r>
              <a:rPr lang="en-US" sz="1013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Lorem ipsum dolor sit amet Consectetur adipiscing elit Sed do eiusmod tempor Ut enim ad minim veniam</a:t>
            </a:r>
            <a:endParaRPr lang="en-US" sz="1013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648200" y="1281794"/>
            <a:ext cx="4076700" cy="3322847"/>
          </a:xfrm>
          <a:prstGeom prst="rect">
            <a:avLst/>
          </a:prstGeom>
          <a:solidFill>
            <a:srgbClr val="F4FBDA"/>
          </a:solidFill>
          <a:ln/>
        </p:spPr>
        <p:txBody>
          <a:bodyPr/>
          <a:lstStyle/>
          <a:p>
            <a:endParaRPr lang="fr-FR" sz="700"/>
          </a:p>
        </p:txBody>
      </p:sp>
      <p:sp>
        <p:nvSpPr>
          <p:cNvPr id="8" name="Text 6"/>
          <p:cNvSpPr/>
          <p:nvPr/>
        </p:nvSpPr>
        <p:spPr>
          <a:xfrm>
            <a:off x="4876800" y="1510394"/>
            <a:ext cx="828000" cy="152400"/>
          </a:xfrm>
          <a:prstGeom prst="rect">
            <a:avLst/>
          </a:prstGeom>
          <a:noFill/>
          <a:ln/>
        </p:spPr>
        <p:txBody>
          <a:bodyPr wrap="none" lIns="12700" tIns="12700" rIns="12700" bIns="12700" rtlCol="0" anchor="t">
            <a:normAutofit lnSpcReduction="10000"/>
          </a:bodyPr>
          <a:lstStyle/>
          <a:p>
            <a:r>
              <a:rPr lang="en-US" sz="900" spc="126">
                <a:solidFill>
                  <a:schemeClr val="tx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AFTER</a:t>
            </a:r>
            <a:endParaRPr lang="en-US" sz="900">
              <a:solidFill>
                <a:schemeClr val="tx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0" y="1777094"/>
            <a:ext cx="3728085" cy="10477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74194"/>
              </a:lnSpc>
            </a:pPr>
            <a:r>
              <a:rPr lang="en-US" sz="1013">
                <a:solidFill>
                  <a:srgbClr val="2B2B29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Lorem ipsum dolor sit amet Consectetur adipiscing elit Sed do eiusmod tempor Ut enim ad minim veniam</a:t>
            </a:r>
            <a:endParaRPr lang="en-US" sz="1013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A56FFFA1-3FB1-2CC8-89D4-EE1E4EF1238E}"/>
              </a:ext>
            </a:extLst>
          </p:cNvPr>
          <p:cNvCxnSpPr>
            <a:cxnSpLocks/>
          </p:cNvCxnSpPr>
          <p:nvPr/>
        </p:nvCxnSpPr>
        <p:spPr>
          <a:xfrm flipV="1">
            <a:off x="0" y="106308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Google Shape;36;p4">
            <a:extLst>
              <a:ext uri="{FF2B5EF4-FFF2-40B4-BE49-F238E27FC236}">
                <a16:creationId xmlns:a16="http://schemas.microsoft.com/office/drawing/2014/main" id="{34B0A403-D2F6-E722-3AB2-6E9561062350}"/>
              </a:ext>
            </a:extLst>
          </p:cNvPr>
          <p:cNvSpPr txBox="1"/>
          <p:nvPr/>
        </p:nvSpPr>
        <p:spPr>
          <a:xfrm>
            <a:off x="326570" y="289910"/>
            <a:ext cx="5693229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noProof="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Title of this slide in one or two lines maximum.</a:t>
            </a: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042988DF-8C74-768C-4842-6277F978E8D3}"/>
              </a:ext>
            </a:extLst>
          </p:cNvPr>
          <p:cNvSpPr/>
          <p:nvPr/>
        </p:nvSpPr>
        <p:spPr>
          <a:xfrm>
            <a:off x="604157" y="1477238"/>
            <a:ext cx="684000" cy="190500"/>
          </a:xfrm>
          <a:prstGeom prst="rect">
            <a:avLst/>
          </a:prstGeom>
          <a:ln w="952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FR" sz="7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783EA7DB-1783-99B1-8065-B4C3E27540CA}"/>
              </a:ext>
            </a:extLst>
          </p:cNvPr>
          <p:cNvSpPr/>
          <p:nvPr/>
        </p:nvSpPr>
        <p:spPr>
          <a:xfrm>
            <a:off x="4839369" y="1477238"/>
            <a:ext cx="540000" cy="190500"/>
          </a:xfrm>
          <a:prstGeom prst="rect">
            <a:avLst/>
          </a:prstGeom>
          <a:ln w="952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FR" sz="7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" name="Google Shape;135;p7">
            <a:extLst>
              <a:ext uri="{FF2B5EF4-FFF2-40B4-BE49-F238E27FC236}">
                <a16:creationId xmlns:a16="http://schemas.microsoft.com/office/drawing/2014/main" id="{FA56DB67-FE2E-0260-FCB8-7BF838D49543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tx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40</a:t>
            </a:fld>
            <a:endParaRPr lang="fr" sz="1000">
              <a:solidFill>
                <a:schemeClr val="tx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2">
            <a:extLst>
              <a:ext uri="{FF2B5EF4-FFF2-40B4-BE49-F238E27FC236}">
                <a16:creationId xmlns:a16="http://schemas.microsoft.com/office/drawing/2014/main" id="{A6EBB9FF-4CC1-C021-D55E-AE641CC9CFD2}"/>
              </a:ext>
            </a:extLst>
          </p:cNvPr>
          <p:cNvSpPr/>
          <p:nvPr/>
        </p:nvSpPr>
        <p:spPr>
          <a:xfrm>
            <a:off x="3380985" y="1523152"/>
            <a:ext cx="2418011" cy="752474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fr-FR" sz="105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36F62C99-C7CA-C8CD-0059-894AA30D05D1}"/>
              </a:ext>
            </a:extLst>
          </p:cNvPr>
          <p:cNvSpPr/>
          <p:nvPr/>
        </p:nvSpPr>
        <p:spPr>
          <a:xfrm>
            <a:off x="3679185" y="1615741"/>
            <a:ext cx="182161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00">
                <a:solidFill>
                  <a:srgbClr val="FFFFFF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Title example</a:t>
            </a:r>
            <a:endParaRPr lang="en-US" sz="16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1B013BC6-D767-98A2-7CEA-98AAD25B101C}"/>
              </a:ext>
            </a:extLst>
          </p:cNvPr>
          <p:cNvSpPr/>
          <p:nvPr/>
        </p:nvSpPr>
        <p:spPr>
          <a:xfrm>
            <a:off x="3679185" y="1957868"/>
            <a:ext cx="182161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00">
                <a:solidFill>
                  <a:srgbClr val="FFFFFF">
                    <a:alpha val="70000"/>
                  </a:srgbClr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Role</a:t>
            </a:r>
            <a:endParaRPr lang="en-US" sz="12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B31B288C-1C26-7AEF-BCB0-D711A0AAEDEB}"/>
              </a:ext>
            </a:extLst>
          </p:cNvPr>
          <p:cNvSpPr/>
          <p:nvPr/>
        </p:nvSpPr>
        <p:spPr>
          <a:xfrm>
            <a:off x="627992" y="2813788"/>
            <a:ext cx="2401389" cy="686100"/>
          </a:xfrm>
          <a:prstGeom prst="rect">
            <a:avLst/>
          </a:prstGeom>
          <a:ln w="6350">
            <a:solidFill>
              <a:srgbClr val="161616"/>
            </a:solidFill>
            <a:prstDash val="solid"/>
          </a:ln>
        </p:spPr>
        <p:txBody>
          <a:bodyPr/>
          <a:lstStyle/>
          <a:p>
            <a:endParaRPr lang="fr-FR" sz="105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4A493371-193E-8426-97AC-C8757EE0F289}"/>
              </a:ext>
            </a:extLst>
          </p:cNvPr>
          <p:cNvSpPr/>
          <p:nvPr/>
        </p:nvSpPr>
        <p:spPr>
          <a:xfrm>
            <a:off x="817488" y="2894720"/>
            <a:ext cx="200378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00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Title example</a:t>
            </a:r>
            <a:endParaRPr lang="en-US" sz="16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269B7B8-7CA2-4095-46F3-8E03DB58E2A7}"/>
              </a:ext>
            </a:extLst>
          </p:cNvPr>
          <p:cNvSpPr/>
          <p:nvPr/>
        </p:nvSpPr>
        <p:spPr>
          <a:xfrm>
            <a:off x="817489" y="3218570"/>
            <a:ext cx="20037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00">
                <a:solidFill>
                  <a:srgbClr val="6A6A6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Role</a:t>
            </a:r>
            <a:endParaRPr lang="en-US" sz="12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7" name="Shape 11">
            <a:extLst>
              <a:ext uri="{FF2B5EF4-FFF2-40B4-BE49-F238E27FC236}">
                <a16:creationId xmlns:a16="http://schemas.microsoft.com/office/drawing/2014/main" id="{6D1117BE-B1C6-44B9-CC78-7034795F400B}"/>
              </a:ext>
            </a:extLst>
          </p:cNvPr>
          <p:cNvSpPr/>
          <p:nvPr/>
        </p:nvSpPr>
        <p:spPr>
          <a:xfrm>
            <a:off x="627993" y="3537988"/>
            <a:ext cx="1166813" cy="304800"/>
          </a:xfrm>
          <a:prstGeom prst="rect">
            <a:avLst/>
          </a:prstGeom>
          <a:ln w="6350">
            <a:solidFill>
              <a:srgbClr val="16161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 sz="105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915BA039-4B76-8ED4-755C-1EC8E13963DC}"/>
              </a:ext>
            </a:extLst>
          </p:cNvPr>
          <p:cNvSpPr/>
          <p:nvPr/>
        </p:nvSpPr>
        <p:spPr>
          <a:xfrm>
            <a:off x="875207" y="3580520"/>
            <a:ext cx="9001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Member</a:t>
            </a:r>
            <a:endParaRPr lang="en-US" sz="12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C4B60BD7-A700-2CD9-6AC5-703877646CD1}"/>
              </a:ext>
            </a:extLst>
          </p:cNvPr>
          <p:cNvSpPr/>
          <p:nvPr/>
        </p:nvSpPr>
        <p:spPr>
          <a:xfrm>
            <a:off x="1862569" y="3537988"/>
            <a:ext cx="1166813" cy="304800"/>
          </a:xfrm>
          <a:prstGeom prst="rect">
            <a:avLst/>
          </a:prstGeom>
          <a:ln w="6350">
            <a:solidFill>
              <a:srgbClr val="16161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 sz="105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0" name="Text 14">
            <a:extLst>
              <a:ext uri="{FF2B5EF4-FFF2-40B4-BE49-F238E27FC236}">
                <a16:creationId xmlns:a16="http://schemas.microsoft.com/office/drawing/2014/main" id="{564CAB8F-8306-D522-5A32-9DCECAE84E28}"/>
              </a:ext>
            </a:extLst>
          </p:cNvPr>
          <p:cNvSpPr/>
          <p:nvPr/>
        </p:nvSpPr>
        <p:spPr>
          <a:xfrm>
            <a:off x="2109783" y="3580520"/>
            <a:ext cx="9001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Member</a:t>
            </a:r>
            <a:endParaRPr lang="en-US" sz="12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48" name="Google Shape;36;p4">
            <a:extLst>
              <a:ext uri="{FF2B5EF4-FFF2-40B4-BE49-F238E27FC236}">
                <a16:creationId xmlns:a16="http://schemas.microsoft.com/office/drawing/2014/main" id="{B4935AFE-E782-DF48-3CA4-CF901143244F}"/>
              </a:ext>
            </a:extLst>
          </p:cNvPr>
          <p:cNvSpPr txBox="1"/>
          <p:nvPr/>
        </p:nvSpPr>
        <p:spPr>
          <a:xfrm>
            <a:off x="326570" y="289910"/>
            <a:ext cx="5693229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noProof="0" err="1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Orgchart</a:t>
            </a:r>
            <a:endParaRPr lang="en-US" sz="2300" noProof="0">
              <a:solidFill>
                <a:schemeClr val="dk1"/>
              </a:solidFill>
              <a:latin typeface="Ufficio 300" pitchFamily="2" charset="0"/>
              <a:ea typeface="Geist"/>
              <a:cs typeface="Geist"/>
              <a:sym typeface="Geist"/>
            </a:endParaRPr>
          </a:p>
        </p:txBody>
      </p:sp>
      <p:sp>
        <p:nvSpPr>
          <p:cNvPr id="49" name="Shape 8">
            <a:extLst>
              <a:ext uri="{FF2B5EF4-FFF2-40B4-BE49-F238E27FC236}">
                <a16:creationId xmlns:a16="http://schemas.microsoft.com/office/drawing/2014/main" id="{0982A749-C5B8-9F19-AD02-DE3BF6EE6807}"/>
              </a:ext>
            </a:extLst>
          </p:cNvPr>
          <p:cNvSpPr/>
          <p:nvPr/>
        </p:nvSpPr>
        <p:spPr>
          <a:xfrm>
            <a:off x="3389877" y="2813788"/>
            <a:ext cx="2401389" cy="686100"/>
          </a:xfrm>
          <a:prstGeom prst="rect">
            <a:avLst/>
          </a:prstGeom>
          <a:ln w="6350">
            <a:solidFill>
              <a:srgbClr val="161616"/>
            </a:solidFill>
            <a:prstDash val="solid"/>
          </a:ln>
        </p:spPr>
        <p:txBody>
          <a:bodyPr/>
          <a:lstStyle/>
          <a:p>
            <a:endParaRPr lang="fr-FR" sz="105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50" name="Text 9">
            <a:extLst>
              <a:ext uri="{FF2B5EF4-FFF2-40B4-BE49-F238E27FC236}">
                <a16:creationId xmlns:a16="http://schemas.microsoft.com/office/drawing/2014/main" id="{381767AE-1A0C-3C98-4DCB-02C0685D11D2}"/>
              </a:ext>
            </a:extLst>
          </p:cNvPr>
          <p:cNvSpPr/>
          <p:nvPr/>
        </p:nvSpPr>
        <p:spPr>
          <a:xfrm>
            <a:off x="3579373" y="2894720"/>
            <a:ext cx="200378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00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Title example</a:t>
            </a:r>
            <a:endParaRPr lang="en-US" sz="16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51" name="Text 10">
            <a:extLst>
              <a:ext uri="{FF2B5EF4-FFF2-40B4-BE49-F238E27FC236}">
                <a16:creationId xmlns:a16="http://schemas.microsoft.com/office/drawing/2014/main" id="{5F1B2B5F-D57D-E775-D50E-4B16E86A5B87}"/>
              </a:ext>
            </a:extLst>
          </p:cNvPr>
          <p:cNvSpPr/>
          <p:nvPr/>
        </p:nvSpPr>
        <p:spPr>
          <a:xfrm>
            <a:off x="3579374" y="3218570"/>
            <a:ext cx="20037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00">
                <a:solidFill>
                  <a:srgbClr val="6A6A6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Role</a:t>
            </a:r>
            <a:endParaRPr lang="en-US" sz="12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52" name="Shape 11">
            <a:extLst>
              <a:ext uri="{FF2B5EF4-FFF2-40B4-BE49-F238E27FC236}">
                <a16:creationId xmlns:a16="http://schemas.microsoft.com/office/drawing/2014/main" id="{132F609C-61FA-F243-F083-0CB3C78CA29F}"/>
              </a:ext>
            </a:extLst>
          </p:cNvPr>
          <p:cNvSpPr/>
          <p:nvPr/>
        </p:nvSpPr>
        <p:spPr>
          <a:xfrm>
            <a:off x="3389878" y="3537988"/>
            <a:ext cx="1166813" cy="304800"/>
          </a:xfrm>
          <a:prstGeom prst="rect">
            <a:avLst/>
          </a:prstGeom>
          <a:ln w="6350">
            <a:solidFill>
              <a:srgbClr val="16161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 sz="105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53" name="Text 12">
            <a:extLst>
              <a:ext uri="{FF2B5EF4-FFF2-40B4-BE49-F238E27FC236}">
                <a16:creationId xmlns:a16="http://schemas.microsoft.com/office/drawing/2014/main" id="{AD800AB2-CB4A-1623-7100-236630A5F96F}"/>
              </a:ext>
            </a:extLst>
          </p:cNvPr>
          <p:cNvSpPr/>
          <p:nvPr/>
        </p:nvSpPr>
        <p:spPr>
          <a:xfrm>
            <a:off x="3637092" y="3580520"/>
            <a:ext cx="9001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Member</a:t>
            </a:r>
            <a:endParaRPr lang="en-US" sz="12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54" name="Shape 13">
            <a:extLst>
              <a:ext uri="{FF2B5EF4-FFF2-40B4-BE49-F238E27FC236}">
                <a16:creationId xmlns:a16="http://schemas.microsoft.com/office/drawing/2014/main" id="{7B95761E-E716-76E2-EE48-13F41B324F21}"/>
              </a:ext>
            </a:extLst>
          </p:cNvPr>
          <p:cNvSpPr/>
          <p:nvPr/>
        </p:nvSpPr>
        <p:spPr>
          <a:xfrm>
            <a:off x="4624454" y="3537988"/>
            <a:ext cx="1166813" cy="304800"/>
          </a:xfrm>
          <a:prstGeom prst="rect">
            <a:avLst/>
          </a:prstGeom>
          <a:ln w="6350">
            <a:solidFill>
              <a:srgbClr val="16161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 sz="105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55" name="Text 14">
            <a:extLst>
              <a:ext uri="{FF2B5EF4-FFF2-40B4-BE49-F238E27FC236}">
                <a16:creationId xmlns:a16="http://schemas.microsoft.com/office/drawing/2014/main" id="{3DEC93B5-E82F-58F9-2E30-83E319FDE897}"/>
              </a:ext>
            </a:extLst>
          </p:cNvPr>
          <p:cNvSpPr/>
          <p:nvPr/>
        </p:nvSpPr>
        <p:spPr>
          <a:xfrm>
            <a:off x="4871668" y="3580520"/>
            <a:ext cx="9001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Member</a:t>
            </a:r>
            <a:endParaRPr lang="en-US" sz="12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56" name="Shape 8">
            <a:extLst>
              <a:ext uri="{FF2B5EF4-FFF2-40B4-BE49-F238E27FC236}">
                <a16:creationId xmlns:a16="http://schemas.microsoft.com/office/drawing/2014/main" id="{FA6BE58B-19AB-6A54-C2CE-937C5A62EF20}"/>
              </a:ext>
            </a:extLst>
          </p:cNvPr>
          <p:cNvSpPr/>
          <p:nvPr/>
        </p:nvSpPr>
        <p:spPr>
          <a:xfrm>
            <a:off x="6210354" y="2813788"/>
            <a:ext cx="2401389" cy="686100"/>
          </a:xfrm>
          <a:prstGeom prst="rect">
            <a:avLst/>
          </a:prstGeom>
          <a:ln w="6350">
            <a:solidFill>
              <a:srgbClr val="161616"/>
            </a:solidFill>
            <a:prstDash val="solid"/>
          </a:ln>
        </p:spPr>
        <p:txBody>
          <a:bodyPr/>
          <a:lstStyle/>
          <a:p>
            <a:endParaRPr lang="fr-FR" sz="105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57" name="Text 9">
            <a:extLst>
              <a:ext uri="{FF2B5EF4-FFF2-40B4-BE49-F238E27FC236}">
                <a16:creationId xmlns:a16="http://schemas.microsoft.com/office/drawing/2014/main" id="{F9C88F78-B6AE-37AE-BF7A-1781E303D3DF}"/>
              </a:ext>
            </a:extLst>
          </p:cNvPr>
          <p:cNvSpPr/>
          <p:nvPr/>
        </p:nvSpPr>
        <p:spPr>
          <a:xfrm>
            <a:off x="6399850" y="2894720"/>
            <a:ext cx="200378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00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Title example</a:t>
            </a:r>
            <a:endParaRPr lang="en-US" sz="16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FF214AC6-8E7E-4312-D05B-5510603082EA}"/>
              </a:ext>
            </a:extLst>
          </p:cNvPr>
          <p:cNvSpPr/>
          <p:nvPr/>
        </p:nvSpPr>
        <p:spPr>
          <a:xfrm>
            <a:off x="6399851" y="3218570"/>
            <a:ext cx="200378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00">
                <a:solidFill>
                  <a:srgbClr val="6A6A6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Role</a:t>
            </a:r>
            <a:endParaRPr lang="en-US" sz="12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59" name="Shape 11">
            <a:extLst>
              <a:ext uri="{FF2B5EF4-FFF2-40B4-BE49-F238E27FC236}">
                <a16:creationId xmlns:a16="http://schemas.microsoft.com/office/drawing/2014/main" id="{32DDC3EF-27F5-54D8-FBBF-ABF3A4FEE3BF}"/>
              </a:ext>
            </a:extLst>
          </p:cNvPr>
          <p:cNvSpPr/>
          <p:nvPr/>
        </p:nvSpPr>
        <p:spPr>
          <a:xfrm>
            <a:off x="6210355" y="3537988"/>
            <a:ext cx="1166813" cy="304800"/>
          </a:xfrm>
          <a:prstGeom prst="rect">
            <a:avLst/>
          </a:prstGeom>
          <a:ln w="6350">
            <a:solidFill>
              <a:srgbClr val="16161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 sz="105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60" name="Text 12">
            <a:extLst>
              <a:ext uri="{FF2B5EF4-FFF2-40B4-BE49-F238E27FC236}">
                <a16:creationId xmlns:a16="http://schemas.microsoft.com/office/drawing/2014/main" id="{048B48C5-B7DD-EC67-F465-531B4C9B50B0}"/>
              </a:ext>
            </a:extLst>
          </p:cNvPr>
          <p:cNvSpPr/>
          <p:nvPr/>
        </p:nvSpPr>
        <p:spPr>
          <a:xfrm>
            <a:off x="6457569" y="3580520"/>
            <a:ext cx="9001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Member</a:t>
            </a:r>
            <a:endParaRPr lang="en-US" sz="12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61" name="Shape 13">
            <a:extLst>
              <a:ext uri="{FF2B5EF4-FFF2-40B4-BE49-F238E27FC236}">
                <a16:creationId xmlns:a16="http://schemas.microsoft.com/office/drawing/2014/main" id="{74D62649-A38A-7A92-FBA7-6633E549D2D5}"/>
              </a:ext>
            </a:extLst>
          </p:cNvPr>
          <p:cNvSpPr/>
          <p:nvPr/>
        </p:nvSpPr>
        <p:spPr>
          <a:xfrm>
            <a:off x="7444931" y="3537988"/>
            <a:ext cx="1166813" cy="304800"/>
          </a:xfrm>
          <a:prstGeom prst="rect">
            <a:avLst/>
          </a:prstGeom>
          <a:ln w="6350">
            <a:solidFill>
              <a:srgbClr val="16161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 sz="105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62" name="Text 14">
            <a:extLst>
              <a:ext uri="{FF2B5EF4-FFF2-40B4-BE49-F238E27FC236}">
                <a16:creationId xmlns:a16="http://schemas.microsoft.com/office/drawing/2014/main" id="{6B4D4EC9-885A-2A91-40DF-C030CAE09759}"/>
              </a:ext>
            </a:extLst>
          </p:cNvPr>
          <p:cNvSpPr/>
          <p:nvPr/>
        </p:nvSpPr>
        <p:spPr>
          <a:xfrm>
            <a:off x="7692145" y="3580520"/>
            <a:ext cx="9001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Member</a:t>
            </a:r>
            <a:endParaRPr lang="en-US" sz="12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9F0A1-5D32-69FF-5087-1268011B11EF}"/>
              </a:ext>
            </a:extLst>
          </p:cNvPr>
          <p:cNvCxnSpPr>
            <a:cxnSpLocks/>
          </p:cNvCxnSpPr>
          <p:nvPr/>
        </p:nvCxnSpPr>
        <p:spPr>
          <a:xfrm>
            <a:off x="1830013" y="2519920"/>
            <a:ext cx="55836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5CFAB78E-D471-BFFF-8C61-E57C6EF677AB}"/>
              </a:ext>
            </a:extLst>
          </p:cNvPr>
          <p:cNvCxnSpPr>
            <a:cxnSpLocks/>
            <a:stCxn id="49" idx="0"/>
            <a:endCxn id="20" idx="2"/>
          </p:cNvCxnSpPr>
          <p:nvPr/>
        </p:nvCxnSpPr>
        <p:spPr>
          <a:xfrm flipH="1" flipV="1">
            <a:off x="4589991" y="2262668"/>
            <a:ext cx="581" cy="55112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67">
            <a:extLst>
              <a:ext uri="{FF2B5EF4-FFF2-40B4-BE49-F238E27FC236}">
                <a16:creationId xmlns:a16="http://schemas.microsoft.com/office/drawing/2014/main" id="{8B4A4C64-3E72-07BA-5E92-6C408C32C868}"/>
              </a:ext>
            </a:extLst>
          </p:cNvPr>
          <p:cNvCxnSpPr>
            <a:cxnSpLocks/>
            <a:stCxn id="24" idx="0"/>
          </p:cNvCxnSpPr>
          <p:nvPr/>
        </p:nvCxnSpPr>
        <p:spPr>
          <a:xfrm flipV="1">
            <a:off x="1828687" y="2515440"/>
            <a:ext cx="0" cy="298348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eur droit 74">
            <a:extLst>
              <a:ext uri="{FF2B5EF4-FFF2-40B4-BE49-F238E27FC236}">
                <a16:creationId xmlns:a16="http://schemas.microsoft.com/office/drawing/2014/main" id="{2D5BF94D-2CA5-EE5D-8603-C95FA5E09055}"/>
              </a:ext>
            </a:extLst>
          </p:cNvPr>
          <p:cNvCxnSpPr>
            <a:cxnSpLocks/>
          </p:cNvCxnSpPr>
          <p:nvPr/>
        </p:nvCxnSpPr>
        <p:spPr>
          <a:xfrm flipH="1" flipV="1">
            <a:off x="7411048" y="2514383"/>
            <a:ext cx="1" cy="2988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Google Shape;135;p7">
            <a:extLst>
              <a:ext uri="{FF2B5EF4-FFF2-40B4-BE49-F238E27FC236}">
                <a16:creationId xmlns:a16="http://schemas.microsoft.com/office/drawing/2014/main" id="{49C3B866-C322-C24D-3FFA-6A78DC6190E5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tx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41</a:t>
            </a:fld>
            <a:endParaRPr lang="fr" sz="1000">
              <a:solidFill>
                <a:schemeClr val="tx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5808739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419100" y="1224644"/>
            <a:ext cx="2679651" cy="3448050"/>
          </a:xfrm>
          <a:prstGeom prst="rect">
            <a:avLst/>
          </a:prstGeom>
          <a:ln w="9525">
            <a:solidFill>
              <a:srgbClr val="161616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fr-FR" sz="700"/>
          </a:p>
        </p:txBody>
      </p:sp>
      <p:sp>
        <p:nvSpPr>
          <p:cNvPr id="5" name="Shape 3"/>
          <p:cNvSpPr/>
          <p:nvPr/>
        </p:nvSpPr>
        <p:spPr>
          <a:xfrm>
            <a:off x="428625" y="1234169"/>
            <a:ext cx="2660601" cy="400050"/>
          </a:xfrm>
          <a:prstGeom prst="rect">
            <a:avLst/>
          </a:prstGeom>
          <a:solidFill>
            <a:srgbClr val="D5D3C4"/>
          </a:solidFill>
          <a:ln w="9525">
            <a:solidFill>
              <a:schemeClr val="bg2"/>
            </a:solidFill>
          </a:ln>
        </p:spPr>
        <p:txBody>
          <a:bodyPr/>
          <a:lstStyle/>
          <a:p>
            <a:endParaRPr lang="fr-FR" sz="700"/>
          </a:p>
        </p:txBody>
      </p:sp>
      <p:sp>
        <p:nvSpPr>
          <p:cNvPr id="6" name="Text 4"/>
          <p:cNvSpPr/>
          <p:nvPr/>
        </p:nvSpPr>
        <p:spPr>
          <a:xfrm>
            <a:off x="561975" y="1338944"/>
            <a:ext cx="621953" cy="2095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r>
              <a:rPr lang="en-US" sz="1200">
                <a:solidFill>
                  <a:srgbClr val="161616"/>
                </a:solidFill>
                <a:latin typeface="Ufficio" pitchFamily="34" charset="0"/>
                <a:ea typeface="Ufficio" pitchFamily="34" charset="-122"/>
                <a:cs typeface="Ufficio" pitchFamily="34" charset="-120"/>
              </a:rPr>
              <a:t>Option A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561975" y="1767569"/>
            <a:ext cx="2465718" cy="37147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>
              <a:lnSpc>
                <a:spcPct val="129310"/>
              </a:lnSpc>
            </a:pPr>
            <a:r>
              <a:rPr lang="en-US" sz="938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Ut enim ad minim veniam, quis nostrud exercitation ullamco laboris nisi ut aliquip.</a:t>
            </a:r>
            <a:endParaRPr lang="en-US" sz="938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8" name="Text 6"/>
          <p:cNvSpPr/>
          <p:nvPr/>
        </p:nvSpPr>
        <p:spPr>
          <a:xfrm>
            <a:off x="561975" y="2224769"/>
            <a:ext cx="2448000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00" spc="90">
                <a:solidFill>
                  <a:srgbClr val="5A5A56"/>
                </a:solidFill>
                <a:latin typeface="Geist" pitchFamily="2" charset="77"/>
                <a:ea typeface="Geist" pitchFamily="2" charset="77"/>
                <a:cs typeface="Geist" pitchFamily="2" charset="77"/>
              </a:rPr>
              <a:t>PROS</a:t>
            </a:r>
            <a:endParaRPr lang="en-US" sz="900">
              <a:latin typeface="Geist" pitchFamily="2" charset="77"/>
              <a:ea typeface="Geist" pitchFamily="2" charset="77"/>
              <a:cs typeface="Geist" pitchFamily="2" charset="77"/>
            </a:endParaRPr>
          </a:p>
        </p:txBody>
      </p:sp>
      <p:sp>
        <p:nvSpPr>
          <p:cNvPr id="9" name="Text 7"/>
          <p:cNvSpPr/>
          <p:nvPr/>
        </p:nvSpPr>
        <p:spPr>
          <a:xfrm>
            <a:off x="561975" y="2405744"/>
            <a:ext cx="2412000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171450" indent="-171450">
              <a:buFont typeface="Geist"/>
              <a:buChar char="•"/>
            </a:pPr>
            <a:r>
              <a:rPr lang="en-US" sz="9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Lorem ipsum dolor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61975" y="2577194"/>
            <a:ext cx="2412000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171450" indent="-171450">
              <a:buFont typeface="Geist"/>
              <a:buChar char="•"/>
            </a:pPr>
            <a:r>
              <a:rPr lang="en-US" sz="9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Lorem ipsum dolor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61975" y="2815319"/>
            <a:ext cx="2448000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00" spc="90">
                <a:solidFill>
                  <a:srgbClr val="5A5A56"/>
                </a:solidFill>
                <a:latin typeface="Geist" pitchFamily="2" charset="77"/>
                <a:ea typeface="Geist" pitchFamily="2" charset="77"/>
                <a:cs typeface="Geist" pitchFamily="2" charset="77"/>
              </a:rPr>
              <a:t>CONS</a:t>
            </a:r>
            <a:endParaRPr lang="en-US" sz="900">
              <a:latin typeface="Geist" pitchFamily="2" charset="77"/>
              <a:ea typeface="Geist" pitchFamily="2" charset="77"/>
              <a:cs typeface="Geist" pitchFamily="2" charset="7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61975" y="2996294"/>
            <a:ext cx="2412000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171450" indent="-171450">
              <a:buFont typeface="Geist"/>
              <a:buChar char="•"/>
            </a:pPr>
            <a:r>
              <a:rPr lang="en-US" sz="9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Lorem ipsum dolor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32101" y="1224644"/>
            <a:ext cx="2679725" cy="3448050"/>
          </a:xfrm>
          <a:prstGeom prst="rect">
            <a:avLst/>
          </a:prstGeom>
          <a:ln w="9525">
            <a:solidFill>
              <a:srgbClr val="161616"/>
            </a:solidFill>
            <a:prstDash val="solid"/>
          </a:ln>
        </p:spPr>
        <p:txBody>
          <a:bodyPr/>
          <a:lstStyle/>
          <a:p>
            <a:endParaRPr lang="fr-FR" sz="700"/>
          </a:p>
        </p:txBody>
      </p:sp>
      <p:sp>
        <p:nvSpPr>
          <p:cNvPr id="14" name="Shape 12"/>
          <p:cNvSpPr/>
          <p:nvPr/>
        </p:nvSpPr>
        <p:spPr>
          <a:xfrm>
            <a:off x="3241626" y="1234169"/>
            <a:ext cx="2660675" cy="400050"/>
          </a:xfrm>
          <a:prstGeom prst="rect">
            <a:avLst/>
          </a:prstGeom>
          <a:solidFill>
            <a:srgbClr val="161616"/>
          </a:solidFill>
          <a:ln w="9525">
            <a:solidFill>
              <a:schemeClr val="tx1"/>
            </a:solidFill>
          </a:ln>
        </p:spPr>
        <p:txBody>
          <a:bodyPr/>
          <a:lstStyle/>
          <a:p>
            <a:endParaRPr lang="fr-FR" sz="700"/>
          </a:p>
        </p:txBody>
      </p:sp>
      <p:sp>
        <p:nvSpPr>
          <p:cNvPr id="15" name="Text 13"/>
          <p:cNvSpPr/>
          <p:nvPr/>
        </p:nvSpPr>
        <p:spPr>
          <a:xfrm>
            <a:off x="3374976" y="1338944"/>
            <a:ext cx="615405" cy="2095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r>
              <a:rPr lang="en-US" sz="1200">
                <a:solidFill>
                  <a:srgbClr val="FFFFFF"/>
                </a:solidFill>
                <a:latin typeface="Ufficio" pitchFamily="34" charset="0"/>
                <a:ea typeface="Ufficio" pitchFamily="34" charset="-122"/>
                <a:cs typeface="Ufficio" pitchFamily="34" charset="-120"/>
              </a:rPr>
              <a:t>Option B</a:t>
            </a:r>
            <a:endParaRPr lang="en-US" sz="1200"/>
          </a:p>
        </p:txBody>
      </p:sp>
      <p:sp>
        <p:nvSpPr>
          <p:cNvPr id="16" name="Shape 14"/>
          <p:cNvSpPr/>
          <p:nvPr/>
        </p:nvSpPr>
        <p:spPr>
          <a:xfrm>
            <a:off x="4635624" y="1338944"/>
            <a:ext cx="1133326" cy="190500"/>
          </a:xfrm>
          <a:prstGeom prst="rect">
            <a:avLst/>
          </a:prstGeom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 sz="700"/>
          </a:p>
        </p:txBody>
      </p:sp>
      <p:sp>
        <p:nvSpPr>
          <p:cNvPr id="17" name="Text 15"/>
          <p:cNvSpPr/>
          <p:nvPr/>
        </p:nvSpPr>
        <p:spPr>
          <a:xfrm>
            <a:off x="4697537" y="1367519"/>
            <a:ext cx="1047601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/>
          </a:bodyPr>
          <a:lstStyle/>
          <a:p>
            <a:r>
              <a:rPr lang="en-US" sz="900" spc="108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RECOMMENDED</a:t>
            </a:r>
            <a:endParaRPr lang="en-US" sz="900"/>
          </a:p>
        </p:txBody>
      </p:sp>
      <p:sp>
        <p:nvSpPr>
          <p:cNvPr id="18" name="Text 16"/>
          <p:cNvSpPr/>
          <p:nvPr/>
        </p:nvSpPr>
        <p:spPr>
          <a:xfrm>
            <a:off x="3374976" y="1767569"/>
            <a:ext cx="2465794" cy="37147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>
              <a:lnSpc>
                <a:spcPct val="129310"/>
              </a:lnSpc>
            </a:pPr>
            <a:r>
              <a:rPr lang="en-US" sz="938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Ut enim ad minim veniam, quis nostrud exercitation ullamco laboris nisi ut aliquip.</a:t>
            </a:r>
            <a:endParaRPr lang="en-US" sz="938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374976" y="2224769"/>
            <a:ext cx="2448000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00" spc="90">
                <a:solidFill>
                  <a:srgbClr val="5A5A56"/>
                </a:solidFill>
                <a:latin typeface="Geist" pitchFamily="2" charset="77"/>
                <a:ea typeface="Geist" pitchFamily="2" charset="77"/>
                <a:cs typeface="Geist" pitchFamily="2" charset="77"/>
              </a:rPr>
              <a:t>PROS</a:t>
            </a:r>
            <a:endParaRPr lang="en-US" sz="900">
              <a:latin typeface="Geist" pitchFamily="2" charset="77"/>
              <a:ea typeface="Geist" pitchFamily="2" charset="77"/>
              <a:cs typeface="Geist" pitchFamily="2" charset="7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374976" y="2405744"/>
            <a:ext cx="2412000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171450" indent="-171450">
              <a:buFont typeface="Geist"/>
              <a:buChar char="•"/>
            </a:pPr>
            <a:r>
              <a:rPr lang="en-US" sz="9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Lorem ipsum dolor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374976" y="2577194"/>
            <a:ext cx="2412000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171450" indent="-171450">
              <a:buFont typeface="Geist"/>
              <a:buChar char="•"/>
            </a:pPr>
            <a:r>
              <a:rPr lang="en-US" sz="9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Lorem ipsum dolor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374976" y="2815319"/>
            <a:ext cx="2448000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00" spc="90">
                <a:solidFill>
                  <a:srgbClr val="5A5A56"/>
                </a:solidFill>
                <a:latin typeface="Geist" pitchFamily="2" charset="77"/>
                <a:ea typeface="Geist" pitchFamily="2" charset="77"/>
                <a:cs typeface="Geist" pitchFamily="2" charset="77"/>
              </a:rPr>
              <a:t>CONS</a:t>
            </a:r>
            <a:endParaRPr lang="en-US" sz="900">
              <a:latin typeface="Geist" pitchFamily="2" charset="77"/>
              <a:ea typeface="Geist" pitchFamily="2" charset="77"/>
              <a:cs typeface="Geist" pitchFamily="2" charset="7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374976" y="2996294"/>
            <a:ext cx="2412000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171450" indent="-171450">
              <a:buFont typeface="Geist"/>
              <a:buChar char="•"/>
            </a:pPr>
            <a:r>
              <a:rPr lang="en-US" sz="9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Lorem ipsum dolor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045175" y="1224644"/>
            <a:ext cx="2679651" cy="3448050"/>
          </a:xfrm>
          <a:prstGeom prst="rect">
            <a:avLst/>
          </a:prstGeom>
          <a:ln w="952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fr-FR" sz="700"/>
          </a:p>
        </p:txBody>
      </p:sp>
      <p:sp>
        <p:nvSpPr>
          <p:cNvPr id="25" name="Shape 23"/>
          <p:cNvSpPr/>
          <p:nvPr/>
        </p:nvSpPr>
        <p:spPr>
          <a:xfrm>
            <a:off x="6054700" y="1234169"/>
            <a:ext cx="2660601" cy="4000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txBody>
          <a:bodyPr/>
          <a:lstStyle/>
          <a:p>
            <a:endParaRPr lang="fr-FR" sz="700"/>
          </a:p>
        </p:txBody>
      </p:sp>
      <p:sp>
        <p:nvSpPr>
          <p:cNvPr id="26" name="Text 24"/>
          <p:cNvSpPr/>
          <p:nvPr/>
        </p:nvSpPr>
        <p:spPr>
          <a:xfrm>
            <a:off x="6188050" y="1338944"/>
            <a:ext cx="626567" cy="2095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r>
              <a:rPr lang="en-US" sz="1200">
                <a:solidFill>
                  <a:srgbClr val="161616"/>
                </a:solidFill>
                <a:latin typeface="Ufficio" pitchFamily="34" charset="0"/>
                <a:ea typeface="Ufficio" pitchFamily="34" charset="-122"/>
                <a:cs typeface="Ufficio" pitchFamily="34" charset="-120"/>
              </a:rPr>
              <a:t>Option C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6188050" y="1767569"/>
            <a:ext cx="2465718" cy="37147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>
              <a:lnSpc>
                <a:spcPct val="129310"/>
              </a:lnSpc>
            </a:pPr>
            <a:r>
              <a:rPr lang="en-US" sz="938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Ut enim ad minim veniam, quis nostrud exercitation ullamco laboris nisi ut aliquip.</a:t>
            </a:r>
            <a:endParaRPr lang="en-US" sz="938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188050" y="2224769"/>
            <a:ext cx="2448000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00" spc="90">
                <a:solidFill>
                  <a:srgbClr val="5A5A56"/>
                </a:solidFill>
                <a:latin typeface="Geist" pitchFamily="2" charset="77"/>
                <a:ea typeface="Geist" pitchFamily="2" charset="77"/>
                <a:cs typeface="Geist" pitchFamily="2" charset="77"/>
              </a:rPr>
              <a:t>PROS</a:t>
            </a:r>
            <a:endParaRPr lang="en-US" sz="900">
              <a:latin typeface="Geist" pitchFamily="2" charset="77"/>
              <a:ea typeface="Geist" pitchFamily="2" charset="77"/>
              <a:cs typeface="Geist" pitchFamily="2" charset="7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188050" y="2405744"/>
            <a:ext cx="2412000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171450" indent="-171450">
              <a:buFont typeface="Geist"/>
              <a:buChar char="•"/>
            </a:pPr>
            <a:r>
              <a:rPr lang="en-US" sz="9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Lorem ipsum dolor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188050" y="2577194"/>
            <a:ext cx="2412000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171450" indent="-171450">
              <a:buFont typeface="Geist"/>
              <a:buChar char="•"/>
            </a:pPr>
            <a:r>
              <a:rPr lang="en-US" sz="9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 Lorem ipsum dolor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188050" y="2815319"/>
            <a:ext cx="2448000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00" spc="90">
                <a:solidFill>
                  <a:srgbClr val="5A5A56"/>
                </a:solidFill>
                <a:latin typeface="Geist" pitchFamily="2" charset="77"/>
                <a:ea typeface="Geist" pitchFamily="2" charset="77"/>
                <a:cs typeface="Geist" pitchFamily="2" charset="77"/>
              </a:rPr>
              <a:t>CONS</a:t>
            </a:r>
            <a:endParaRPr lang="en-US" sz="900">
              <a:latin typeface="Geist" pitchFamily="2" charset="77"/>
              <a:ea typeface="Geist" pitchFamily="2" charset="77"/>
              <a:cs typeface="Geist" pitchFamily="2" charset="77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188050" y="2996294"/>
            <a:ext cx="2412000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marL="171450" indent="-171450">
              <a:buFont typeface="Geist"/>
              <a:buChar char="•"/>
            </a:pPr>
            <a:r>
              <a:rPr lang="en-US" sz="9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Lorem ipsum dolor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ADF4869B-9A84-F66E-0CE0-0FF508308A34}"/>
              </a:ext>
            </a:extLst>
          </p:cNvPr>
          <p:cNvCxnSpPr>
            <a:cxnSpLocks/>
          </p:cNvCxnSpPr>
          <p:nvPr/>
        </p:nvCxnSpPr>
        <p:spPr>
          <a:xfrm flipV="1">
            <a:off x="0" y="106308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Google Shape;36;p4">
            <a:extLst>
              <a:ext uri="{FF2B5EF4-FFF2-40B4-BE49-F238E27FC236}">
                <a16:creationId xmlns:a16="http://schemas.microsoft.com/office/drawing/2014/main" id="{2CE62CCA-BD2D-7E30-CB86-59BC140882C6}"/>
              </a:ext>
            </a:extLst>
          </p:cNvPr>
          <p:cNvSpPr txBox="1"/>
          <p:nvPr/>
        </p:nvSpPr>
        <p:spPr>
          <a:xfrm>
            <a:off x="326570" y="289910"/>
            <a:ext cx="5693229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noProof="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Title of this slide in one or two lines maximum.</a:t>
            </a:r>
          </a:p>
        </p:txBody>
      </p:sp>
      <p:sp>
        <p:nvSpPr>
          <p:cNvPr id="2" name="Google Shape;135;p7">
            <a:extLst>
              <a:ext uri="{FF2B5EF4-FFF2-40B4-BE49-F238E27FC236}">
                <a16:creationId xmlns:a16="http://schemas.microsoft.com/office/drawing/2014/main" id="{46537183-13FF-B460-AA43-D51C0B03C2A4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tx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42</a:t>
            </a:fld>
            <a:endParaRPr lang="fr" sz="1000">
              <a:solidFill>
                <a:schemeClr val="tx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2">
            <a:extLst>
              <a:ext uri="{FF2B5EF4-FFF2-40B4-BE49-F238E27FC236}">
                <a16:creationId xmlns:a16="http://schemas.microsoft.com/office/drawing/2014/main" id="{A3756B40-FCD1-3D5F-8C7B-4E10276F3F75}"/>
              </a:ext>
            </a:extLst>
          </p:cNvPr>
          <p:cNvSpPr/>
          <p:nvPr/>
        </p:nvSpPr>
        <p:spPr>
          <a:xfrm>
            <a:off x="434162" y="1309187"/>
            <a:ext cx="2670542" cy="3257761"/>
          </a:xfrm>
          <a:prstGeom prst="rect">
            <a:avLst/>
          </a:prstGeom>
          <a:solidFill>
            <a:srgbClr val="FFFFFF"/>
          </a:solidFill>
          <a:ln w="9525">
            <a:solidFill>
              <a:srgbClr val="161616">
                <a:alpha val="16000"/>
              </a:srgbClr>
            </a:solidFill>
            <a:prstDash val="solid"/>
          </a:ln>
        </p:spPr>
        <p:txBody>
          <a:bodyPr/>
          <a:lstStyle/>
          <a:p>
            <a:pPr>
              <a:buClrTx/>
              <a:buFontTx/>
              <a:buNone/>
            </a:pPr>
            <a:endParaRPr lang="fr-FR" sz="1100" kern="1200">
              <a:solidFill>
                <a:prstClr val="black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4" name="Text 3">
            <a:extLst>
              <a:ext uri="{FF2B5EF4-FFF2-40B4-BE49-F238E27FC236}">
                <a16:creationId xmlns:a16="http://schemas.microsoft.com/office/drawing/2014/main" id="{32C5B6F8-0FBC-7415-A1C0-60F0B5994E8C}"/>
              </a:ext>
            </a:extLst>
          </p:cNvPr>
          <p:cNvSpPr/>
          <p:nvPr/>
        </p:nvSpPr>
        <p:spPr>
          <a:xfrm>
            <a:off x="568397" y="1380512"/>
            <a:ext cx="253630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buClrTx/>
              <a:buFontTx/>
              <a:buNone/>
            </a:pPr>
            <a:r>
              <a:rPr lang="en-US" sz="1100" spc="252">
                <a:solidFill>
                  <a:srgbClr val="6A6A6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STARTER</a:t>
            </a:r>
            <a:endParaRPr lang="en-US" sz="1100" kern="1200">
              <a:solidFill>
                <a:prstClr val="black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BDF7599F-1986-147E-8371-8021915C8E5A}"/>
              </a:ext>
            </a:extLst>
          </p:cNvPr>
          <p:cNvSpPr/>
          <p:nvPr/>
        </p:nvSpPr>
        <p:spPr>
          <a:xfrm>
            <a:off x="568396" y="1756636"/>
            <a:ext cx="928985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81720"/>
              </a:lnSpc>
              <a:buClrTx/>
              <a:buFontTx/>
              <a:buNone/>
            </a:pPr>
            <a:r>
              <a:rPr lang="en-US" sz="4000" kern="1200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XX</a:t>
            </a:r>
            <a:endParaRPr lang="en-US" sz="4000" kern="1200">
              <a:solidFill>
                <a:prstClr val="black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B3105040-C6CD-DD78-FEFC-12228E1DD260}"/>
              </a:ext>
            </a:extLst>
          </p:cNvPr>
          <p:cNvSpPr/>
          <p:nvPr/>
        </p:nvSpPr>
        <p:spPr>
          <a:xfrm>
            <a:off x="1254716" y="1975711"/>
            <a:ext cx="48532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buClrTx/>
              <a:buFontTx/>
              <a:buNone/>
            </a:pPr>
            <a:r>
              <a:rPr lang="en-US" sz="1200" kern="1200">
                <a:solidFill>
                  <a:srgbClr val="6A6A6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/mo</a:t>
            </a:r>
            <a:endParaRPr lang="en-US" sz="1200" kern="1200">
              <a:solidFill>
                <a:prstClr val="black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C07B4077-4E67-719C-176A-167D96FA1EB4}"/>
              </a:ext>
            </a:extLst>
          </p:cNvPr>
          <p:cNvSpPr/>
          <p:nvPr/>
        </p:nvSpPr>
        <p:spPr>
          <a:xfrm>
            <a:off x="568396" y="2482964"/>
            <a:ext cx="85725" cy="85725"/>
          </a:xfrm>
          <a:prstGeom prst="rect">
            <a:avLst/>
          </a:prstGeom>
          <a:solidFill>
            <a:srgbClr val="3A3A38">
              <a:alpha val="60000"/>
            </a:srgbClr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fr-FR" sz="1100" kern="1200">
              <a:solidFill>
                <a:prstClr val="black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9" name="Text 8">
            <a:extLst>
              <a:ext uri="{FF2B5EF4-FFF2-40B4-BE49-F238E27FC236}">
                <a16:creationId xmlns:a16="http://schemas.microsoft.com/office/drawing/2014/main" id="{087DB1C3-BAD6-5D45-1269-01785D5D3E55}"/>
              </a:ext>
            </a:extLst>
          </p:cNvPr>
          <p:cNvSpPr/>
          <p:nvPr/>
        </p:nvSpPr>
        <p:spPr>
          <a:xfrm>
            <a:off x="787471" y="2411196"/>
            <a:ext cx="231723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buClrTx/>
              <a:buFontTx/>
              <a:buNone/>
            </a:pPr>
            <a:r>
              <a:rPr lang="en-US" sz="1200" kern="12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Lorem ipsum dolor sit amet</a:t>
            </a:r>
            <a:endParaRPr lang="en-US" sz="1200" kern="1200">
              <a:solidFill>
                <a:prstClr val="black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40" name="Shape 9">
            <a:extLst>
              <a:ext uri="{FF2B5EF4-FFF2-40B4-BE49-F238E27FC236}">
                <a16:creationId xmlns:a16="http://schemas.microsoft.com/office/drawing/2014/main" id="{B5AEE59D-CF7B-AEFC-3AB3-E967D7848A39}"/>
              </a:ext>
            </a:extLst>
          </p:cNvPr>
          <p:cNvSpPr/>
          <p:nvPr/>
        </p:nvSpPr>
        <p:spPr>
          <a:xfrm>
            <a:off x="568396" y="2720195"/>
            <a:ext cx="85725" cy="85725"/>
          </a:xfrm>
          <a:prstGeom prst="rect">
            <a:avLst/>
          </a:prstGeom>
          <a:solidFill>
            <a:srgbClr val="3A3A38">
              <a:alpha val="60000"/>
            </a:srgbClr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fr-FR" sz="1100" kern="1200">
              <a:solidFill>
                <a:prstClr val="black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404862FA-E675-84F9-B15A-C7F17628894D}"/>
              </a:ext>
            </a:extLst>
          </p:cNvPr>
          <p:cNvSpPr/>
          <p:nvPr/>
        </p:nvSpPr>
        <p:spPr>
          <a:xfrm>
            <a:off x="787471" y="2627161"/>
            <a:ext cx="231723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buClrTx/>
              <a:buFontTx/>
              <a:buNone/>
            </a:pPr>
            <a:r>
              <a:rPr lang="en-US" sz="1200" kern="12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Lorem ipsum dolor sit amet</a:t>
            </a:r>
            <a:endParaRPr lang="en-US" sz="1200" kern="1200">
              <a:solidFill>
                <a:prstClr val="black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42" name="Shape 11">
            <a:extLst>
              <a:ext uri="{FF2B5EF4-FFF2-40B4-BE49-F238E27FC236}">
                <a16:creationId xmlns:a16="http://schemas.microsoft.com/office/drawing/2014/main" id="{21E0F0CB-A352-A281-F18C-3DA65AF2A7F9}"/>
              </a:ext>
            </a:extLst>
          </p:cNvPr>
          <p:cNvSpPr/>
          <p:nvPr/>
        </p:nvSpPr>
        <p:spPr>
          <a:xfrm>
            <a:off x="568396" y="2957440"/>
            <a:ext cx="85725" cy="85725"/>
          </a:xfrm>
          <a:prstGeom prst="rect">
            <a:avLst/>
          </a:prstGeom>
          <a:solidFill>
            <a:srgbClr val="3A3A38">
              <a:alpha val="60000"/>
            </a:srgbClr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fr-FR" sz="1100" kern="1200">
              <a:solidFill>
                <a:prstClr val="black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43" name="Text 12">
            <a:extLst>
              <a:ext uri="{FF2B5EF4-FFF2-40B4-BE49-F238E27FC236}">
                <a16:creationId xmlns:a16="http://schemas.microsoft.com/office/drawing/2014/main" id="{AA2083DC-B78E-1E6D-3FA8-E71DAE1F0898}"/>
              </a:ext>
            </a:extLst>
          </p:cNvPr>
          <p:cNvSpPr/>
          <p:nvPr/>
        </p:nvSpPr>
        <p:spPr>
          <a:xfrm>
            <a:off x="787471" y="2864406"/>
            <a:ext cx="231723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buClrTx/>
              <a:buFontTx/>
              <a:buNone/>
            </a:pPr>
            <a:r>
              <a:rPr lang="en-US" sz="1200" kern="12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Lorem ipsum dolor sit amet</a:t>
            </a:r>
            <a:endParaRPr lang="en-US" sz="1200" kern="1200">
              <a:solidFill>
                <a:prstClr val="black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44" name="Shape 13">
            <a:extLst>
              <a:ext uri="{FF2B5EF4-FFF2-40B4-BE49-F238E27FC236}">
                <a16:creationId xmlns:a16="http://schemas.microsoft.com/office/drawing/2014/main" id="{5351B674-7E97-B3D8-5D16-48319B1FA436}"/>
              </a:ext>
            </a:extLst>
          </p:cNvPr>
          <p:cNvSpPr/>
          <p:nvPr/>
        </p:nvSpPr>
        <p:spPr>
          <a:xfrm>
            <a:off x="568396" y="3194681"/>
            <a:ext cx="85725" cy="85725"/>
          </a:xfrm>
          <a:prstGeom prst="rect">
            <a:avLst/>
          </a:prstGeom>
          <a:solidFill>
            <a:srgbClr val="3A3A38">
              <a:alpha val="60000"/>
            </a:srgbClr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fr-FR" sz="1100" kern="1200">
              <a:solidFill>
                <a:prstClr val="black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45" name="Text 14">
            <a:extLst>
              <a:ext uri="{FF2B5EF4-FFF2-40B4-BE49-F238E27FC236}">
                <a16:creationId xmlns:a16="http://schemas.microsoft.com/office/drawing/2014/main" id="{69DB341A-34A2-CDD6-7AAE-46FDA773A344}"/>
              </a:ext>
            </a:extLst>
          </p:cNvPr>
          <p:cNvSpPr/>
          <p:nvPr/>
        </p:nvSpPr>
        <p:spPr>
          <a:xfrm>
            <a:off x="787471" y="3112280"/>
            <a:ext cx="231723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buClrTx/>
              <a:buFontTx/>
              <a:buNone/>
            </a:pPr>
            <a:r>
              <a:rPr lang="en-US" sz="1200" kern="12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Lorem ipsum dolor sit amet</a:t>
            </a:r>
            <a:endParaRPr lang="en-US" sz="1200" kern="1200">
              <a:solidFill>
                <a:prstClr val="black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46" name="Shape 15">
            <a:extLst>
              <a:ext uri="{FF2B5EF4-FFF2-40B4-BE49-F238E27FC236}">
                <a16:creationId xmlns:a16="http://schemas.microsoft.com/office/drawing/2014/main" id="{0349CEF2-A011-5C88-6509-8799A1E7CAD6}"/>
              </a:ext>
            </a:extLst>
          </p:cNvPr>
          <p:cNvSpPr/>
          <p:nvPr/>
        </p:nvSpPr>
        <p:spPr>
          <a:xfrm>
            <a:off x="741513" y="4181885"/>
            <a:ext cx="2055839" cy="257175"/>
          </a:xfrm>
          <a:prstGeom prst="rect">
            <a:avLst/>
          </a:prstGeom>
          <a:ln w="9525">
            <a:solidFill>
              <a:srgbClr val="161616"/>
            </a:solidFill>
            <a:prstDash val="solid"/>
          </a:ln>
        </p:spPr>
        <p:txBody>
          <a:bodyPr/>
          <a:lstStyle/>
          <a:p>
            <a:pPr>
              <a:buClrTx/>
              <a:buFontTx/>
              <a:buNone/>
            </a:pPr>
            <a:endParaRPr lang="fr-FR" sz="1100" kern="1200">
              <a:solidFill>
                <a:prstClr val="black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47" name="Text 16">
            <a:extLst>
              <a:ext uri="{FF2B5EF4-FFF2-40B4-BE49-F238E27FC236}">
                <a16:creationId xmlns:a16="http://schemas.microsoft.com/office/drawing/2014/main" id="{10232FFE-0EF8-43A7-05FB-C44CDA9D689A}"/>
              </a:ext>
            </a:extLst>
          </p:cNvPr>
          <p:cNvSpPr/>
          <p:nvPr/>
        </p:nvSpPr>
        <p:spPr>
          <a:xfrm>
            <a:off x="741512" y="4192149"/>
            <a:ext cx="205583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>
              <a:buClrTx/>
              <a:buFontTx/>
              <a:buNone/>
            </a:pPr>
            <a:r>
              <a:rPr lang="en-US" sz="1200" kern="1200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Choose plan</a:t>
            </a:r>
            <a:endParaRPr lang="en-US" sz="1200" kern="1200">
              <a:solidFill>
                <a:prstClr val="black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cxnSp>
        <p:nvCxnSpPr>
          <p:cNvPr id="49" name="Connecteur droit 48">
            <a:extLst>
              <a:ext uri="{FF2B5EF4-FFF2-40B4-BE49-F238E27FC236}">
                <a16:creationId xmlns:a16="http://schemas.microsoft.com/office/drawing/2014/main" id="{CD6EA557-AE14-3D7C-EC1A-CA3C72CE3137}"/>
              </a:ext>
            </a:extLst>
          </p:cNvPr>
          <p:cNvCxnSpPr>
            <a:cxnSpLocks/>
          </p:cNvCxnSpPr>
          <p:nvPr/>
        </p:nvCxnSpPr>
        <p:spPr>
          <a:xfrm flipV="1">
            <a:off x="0" y="106308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Google Shape;36;p4">
            <a:extLst>
              <a:ext uri="{FF2B5EF4-FFF2-40B4-BE49-F238E27FC236}">
                <a16:creationId xmlns:a16="http://schemas.microsoft.com/office/drawing/2014/main" id="{B03C8FE4-2B0C-3891-1E72-8650BCAFD4C3}"/>
              </a:ext>
            </a:extLst>
          </p:cNvPr>
          <p:cNvSpPr txBox="1"/>
          <p:nvPr/>
        </p:nvSpPr>
        <p:spPr>
          <a:xfrm>
            <a:off x="326570" y="289910"/>
            <a:ext cx="5693229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noProof="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Title of this slide in one or two lines maximum.</a:t>
            </a:r>
          </a:p>
        </p:txBody>
      </p:sp>
      <p:sp>
        <p:nvSpPr>
          <p:cNvPr id="51" name="Shape 2">
            <a:extLst>
              <a:ext uri="{FF2B5EF4-FFF2-40B4-BE49-F238E27FC236}">
                <a16:creationId xmlns:a16="http://schemas.microsoft.com/office/drawing/2014/main" id="{6180D52F-61EB-2EFC-63E8-A9E6DBFC7352}"/>
              </a:ext>
            </a:extLst>
          </p:cNvPr>
          <p:cNvSpPr/>
          <p:nvPr/>
        </p:nvSpPr>
        <p:spPr>
          <a:xfrm>
            <a:off x="3260973" y="1306787"/>
            <a:ext cx="2670542" cy="3257761"/>
          </a:xfrm>
          <a:prstGeom prst="rect">
            <a:avLst/>
          </a:prstGeom>
          <a:solidFill>
            <a:schemeClr val="tx1"/>
          </a:solidFill>
          <a:ln w="9525">
            <a:solidFill>
              <a:srgbClr val="161616">
                <a:alpha val="16000"/>
              </a:srgbClr>
            </a:solidFill>
            <a:prstDash val="solid"/>
          </a:ln>
        </p:spPr>
        <p:txBody>
          <a:bodyPr/>
          <a:lstStyle/>
          <a:p>
            <a:pPr>
              <a:buClrTx/>
              <a:buFontTx/>
              <a:buNone/>
            </a:pPr>
            <a:endParaRPr lang="fr-FR" sz="1100" kern="1200">
              <a:solidFill>
                <a:prstClr val="black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52" name="Text 3">
            <a:extLst>
              <a:ext uri="{FF2B5EF4-FFF2-40B4-BE49-F238E27FC236}">
                <a16:creationId xmlns:a16="http://schemas.microsoft.com/office/drawing/2014/main" id="{0F53B4DE-A6FC-1939-38A2-255E94154B13}"/>
              </a:ext>
            </a:extLst>
          </p:cNvPr>
          <p:cNvSpPr/>
          <p:nvPr/>
        </p:nvSpPr>
        <p:spPr>
          <a:xfrm>
            <a:off x="3395208" y="1378112"/>
            <a:ext cx="253630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buClrTx/>
              <a:buFontTx/>
              <a:buNone/>
            </a:pPr>
            <a:r>
              <a:rPr lang="en-US" sz="1100" spc="252">
                <a:solidFill>
                  <a:schemeClr val="bg1">
                    <a:lumMod val="85000"/>
                  </a:schemeClr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GROWTH</a:t>
            </a:r>
            <a:endParaRPr lang="en-US" sz="1100" kern="1200">
              <a:solidFill>
                <a:schemeClr val="bg1">
                  <a:lumMod val="85000"/>
                </a:schemeClr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53" name="Text 4">
            <a:extLst>
              <a:ext uri="{FF2B5EF4-FFF2-40B4-BE49-F238E27FC236}">
                <a16:creationId xmlns:a16="http://schemas.microsoft.com/office/drawing/2014/main" id="{84B54DAB-EFDA-7B12-7BAF-E5D0FE1F37C2}"/>
              </a:ext>
            </a:extLst>
          </p:cNvPr>
          <p:cNvSpPr/>
          <p:nvPr/>
        </p:nvSpPr>
        <p:spPr>
          <a:xfrm>
            <a:off x="3395207" y="1754236"/>
            <a:ext cx="928985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81720"/>
              </a:lnSpc>
              <a:buClrTx/>
              <a:buFontTx/>
              <a:buNone/>
            </a:pPr>
            <a:r>
              <a:rPr lang="en-US" sz="4000" kern="1200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XX</a:t>
            </a:r>
          </a:p>
        </p:txBody>
      </p:sp>
      <p:sp>
        <p:nvSpPr>
          <p:cNvPr id="54" name="Text 5">
            <a:extLst>
              <a:ext uri="{FF2B5EF4-FFF2-40B4-BE49-F238E27FC236}">
                <a16:creationId xmlns:a16="http://schemas.microsoft.com/office/drawing/2014/main" id="{0634A609-8387-2414-8D9D-46F0BB5EAF94}"/>
              </a:ext>
            </a:extLst>
          </p:cNvPr>
          <p:cNvSpPr/>
          <p:nvPr/>
        </p:nvSpPr>
        <p:spPr>
          <a:xfrm>
            <a:off x="4081527" y="1973311"/>
            <a:ext cx="48532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buClrTx/>
              <a:buFontTx/>
              <a:buNone/>
            </a:pPr>
            <a:r>
              <a:rPr lang="en-US" sz="1200" kern="1200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/mo</a:t>
            </a:r>
          </a:p>
        </p:txBody>
      </p:sp>
      <p:sp>
        <p:nvSpPr>
          <p:cNvPr id="55" name="Shape 7">
            <a:extLst>
              <a:ext uri="{FF2B5EF4-FFF2-40B4-BE49-F238E27FC236}">
                <a16:creationId xmlns:a16="http://schemas.microsoft.com/office/drawing/2014/main" id="{474D8412-C8CE-807F-C1B5-A172C014100C}"/>
              </a:ext>
            </a:extLst>
          </p:cNvPr>
          <p:cNvSpPr/>
          <p:nvPr/>
        </p:nvSpPr>
        <p:spPr>
          <a:xfrm>
            <a:off x="3395207" y="2480564"/>
            <a:ext cx="85725" cy="85725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solidFill>
              <a:schemeClr val="bg1"/>
            </a:solidFill>
          </a:ln>
        </p:spPr>
        <p:txBody>
          <a:bodyPr/>
          <a:lstStyle/>
          <a:p>
            <a:pPr>
              <a:buClrTx/>
              <a:buFontTx/>
              <a:buNone/>
            </a:pPr>
            <a:endParaRPr lang="fr-FR" sz="1100" kern="1200">
              <a:solidFill>
                <a:schemeClr val="bg1">
                  <a:lumMod val="85000"/>
                </a:schemeClr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56" name="Text 8">
            <a:extLst>
              <a:ext uri="{FF2B5EF4-FFF2-40B4-BE49-F238E27FC236}">
                <a16:creationId xmlns:a16="http://schemas.microsoft.com/office/drawing/2014/main" id="{9C41151F-C8AC-907B-B7F9-783E0336ACBB}"/>
              </a:ext>
            </a:extLst>
          </p:cNvPr>
          <p:cNvSpPr/>
          <p:nvPr/>
        </p:nvSpPr>
        <p:spPr>
          <a:xfrm>
            <a:off x="3614282" y="2408796"/>
            <a:ext cx="231723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buClrTx/>
              <a:buFontTx/>
              <a:buNone/>
            </a:pPr>
            <a:r>
              <a:rPr lang="en-US" sz="1200" kern="1200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Lorem ipsum dolor sit amet</a:t>
            </a:r>
          </a:p>
        </p:txBody>
      </p:sp>
      <p:sp>
        <p:nvSpPr>
          <p:cNvPr id="57" name="Shape 9">
            <a:extLst>
              <a:ext uri="{FF2B5EF4-FFF2-40B4-BE49-F238E27FC236}">
                <a16:creationId xmlns:a16="http://schemas.microsoft.com/office/drawing/2014/main" id="{24153BC8-C83D-6D8F-0A9B-179C2B2186E0}"/>
              </a:ext>
            </a:extLst>
          </p:cNvPr>
          <p:cNvSpPr/>
          <p:nvPr/>
        </p:nvSpPr>
        <p:spPr>
          <a:xfrm>
            <a:off x="3395207" y="2717795"/>
            <a:ext cx="85725" cy="85725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solidFill>
              <a:schemeClr val="bg1"/>
            </a:solidFill>
          </a:ln>
        </p:spPr>
        <p:txBody>
          <a:bodyPr/>
          <a:lstStyle/>
          <a:p>
            <a:pPr>
              <a:buClrTx/>
              <a:buFontTx/>
              <a:buNone/>
            </a:pPr>
            <a:endParaRPr lang="fr-FR" sz="1100" kern="1200">
              <a:solidFill>
                <a:schemeClr val="bg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C7ABADB7-834E-AB3B-85DD-E4708E27B5BC}"/>
              </a:ext>
            </a:extLst>
          </p:cNvPr>
          <p:cNvSpPr/>
          <p:nvPr/>
        </p:nvSpPr>
        <p:spPr>
          <a:xfrm>
            <a:off x="3614282" y="2624761"/>
            <a:ext cx="231723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buClrTx/>
              <a:buFontTx/>
              <a:buNone/>
            </a:pPr>
            <a:r>
              <a:rPr lang="en-US" sz="1200" kern="1200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Lorem ipsum dolor sit amet</a:t>
            </a:r>
          </a:p>
        </p:txBody>
      </p:sp>
      <p:sp>
        <p:nvSpPr>
          <p:cNvPr id="59" name="Shape 11">
            <a:extLst>
              <a:ext uri="{FF2B5EF4-FFF2-40B4-BE49-F238E27FC236}">
                <a16:creationId xmlns:a16="http://schemas.microsoft.com/office/drawing/2014/main" id="{0695A7A8-72FE-09B5-69CB-791E932FB64A}"/>
              </a:ext>
            </a:extLst>
          </p:cNvPr>
          <p:cNvSpPr/>
          <p:nvPr/>
        </p:nvSpPr>
        <p:spPr>
          <a:xfrm>
            <a:off x="3395207" y="2955040"/>
            <a:ext cx="85725" cy="85725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solidFill>
              <a:schemeClr val="bg1"/>
            </a:solidFill>
          </a:ln>
        </p:spPr>
        <p:txBody>
          <a:bodyPr/>
          <a:lstStyle/>
          <a:p>
            <a:pPr>
              <a:buClrTx/>
              <a:buFontTx/>
              <a:buNone/>
            </a:pPr>
            <a:endParaRPr lang="fr-FR" sz="1100" kern="1200">
              <a:solidFill>
                <a:schemeClr val="bg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60" name="Text 12">
            <a:extLst>
              <a:ext uri="{FF2B5EF4-FFF2-40B4-BE49-F238E27FC236}">
                <a16:creationId xmlns:a16="http://schemas.microsoft.com/office/drawing/2014/main" id="{5D9E47D5-08AF-F9FF-E0DE-2B92A2EBEF1D}"/>
              </a:ext>
            </a:extLst>
          </p:cNvPr>
          <p:cNvSpPr/>
          <p:nvPr/>
        </p:nvSpPr>
        <p:spPr>
          <a:xfrm>
            <a:off x="3614282" y="2862006"/>
            <a:ext cx="231723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buClrTx/>
              <a:buFontTx/>
              <a:buNone/>
            </a:pPr>
            <a:r>
              <a:rPr lang="en-US" sz="1200" kern="1200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Lorem ipsum dolor sit amet</a:t>
            </a:r>
          </a:p>
        </p:txBody>
      </p:sp>
      <p:sp>
        <p:nvSpPr>
          <p:cNvPr id="61" name="Shape 13">
            <a:extLst>
              <a:ext uri="{FF2B5EF4-FFF2-40B4-BE49-F238E27FC236}">
                <a16:creationId xmlns:a16="http://schemas.microsoft.com/office/drawing/2014/main" id="{F5DEA2EB-F4F4-8C5A-FF6F-A26D646D450E}"/>
              </a:ext>
            </a:extLst>
          </p:cNvPr>
          <p:cNvSpPr/>
          <p:nvPr/>
        </p:nvSpPr>
        <p:spPr>
          <a:xfrm>
            <a:off x="3395207" y="3192281"/>
            <a:ext cx="85725" cy="85725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solidFill>
              <a:schemeClr val="bg1"/>
            </a:solidFill>
          </a:ln>
        </p:spPr>
        <p:txBody>
          <a:bodyPr/>
          <a:lstStyle/>
          <a:p>
            <a:pPr>
              <a:buClrTx/>
              <a:buFontTx/>
              <a:buNone/>
            </a:pPr>
            <a:endParaRPr lang="fr-FR" sz="1100" kern="1200">
              <a:solidFill>
                <a:schemeClr val="bg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62" name="Text 14">
            <a:extLst>
              <a:ext uri="{FF2B5EF4-FFF2-40B4-BE49-F238E27FC236}">
                <a16:creationId xmlns:a16="http://schemas.microsoft.com/office/drawing/2014/main" id="{F1F2312F-D2BE-77F0-0174-A4F9914B16B8}"/>
              </a:ext>
            </a:extLst>
          </p:cNvPr>
          <p:cNvSpPr/>
          <p:nvPr/>
        </p:nvSpPr>
        <p:spPr>
          <a:xfrm>
            <a:off x="3614282" y="3109880"/>
            <a:ext cx="231723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buClrTx/>
              <a:buFontTx/>
              <a:buNone/>
            </a:pPr>
            <a:r>
              <a:rPr lang="en-US" sz="1200" kern="1200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Lorem ipsum dolor sit amet</a:t>
            </a:r>
          </a:p>
        </p:txBody>
      </p:sp>
      <p:sp>
        <p:nvSpPr>
          <p:cNvPr id="63" name="Shape 15">
            <a:extLst>
              <a:ext uri="{FF2B5EF4-FFF2-40B4-BE49-F238E27FC236}">
                <a16:creationId xmlns:a16="http://schemas.microsoft.com/office/drawing/2014/main" id="{11370A3F-346A-AD0A-9279-D80726CB6408}"/>
              </a:ext>
            </a:extLst>
          </p:cNvPr>
          <p:cNvSpPr/>
          <p:nvPr/>
        </p:nvSpPr>
        <p:spPr>
          <a:xfrm>
            <a:off x="3568324" y="4179485"/>
            <a:ext cx="2055839" cy="257175"/>
          </a:xfrm>
          <a:prstGeom prst="rect">
            <a:avLst/>
          </a:prstGeom>
          <a:ln w="9525">
            <a:solidFill>
              <a:schemeClr val="bg1"/>
            </a:solidFill>
            <a:prstDash val="solid"/>
          </a:ln>
        </p:spPr>
        <p:txBody>
          <a:bodyPr/>
          <a:lstStyle/>
          <a:p>
            <a:pPr>
              <a:buClrTx/>
              <a:buFontTx/>
              <a:buNone/>
            </a:pPr>
            <a:endParaRPr lang="fr-FR" sz="1100" kern="1200">
              <a:solidFill>
                <a:schemeClr val="bg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64" name="Text 16">
            <a:extLst>
              <a:ext uri="{FF2B5EF4-FFF2-40B4-BE49-F238E27FC236}">
                <a16:creationId xmlns:a16="http://schemas.microsoft.com/office/drawing/2014/main" id="{E903AE94-19AD-6557-A676-E50A0A770DAF}"/>
              </a:ext>
            </a:extLst>
          </p:cNvPr>
          <p:cNvSpPr/>
          <p:nvPr/>
        </p:nvSpPr>
        <p:spPr>
          <a:xfrm>
            <a:off x="3568323" y="4189749"/>
            <a:ext cx="205583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>
              <a:buClrTx/>
              <a:buFontTx/>
              <a:buNone/>
            </a:pPr>
            <a:r>
              <a:rPr lang="en-US" sz="1200" kern="1200">
                <a:solidFill>
                  <a:schemeClr val="bg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Choose plan</a:t>
            </a:r>
          </a:p>
        </p:txBody>
      </p:sp>
      <p:sp>
        <p:nvSpPr>
          <p:cNvPr id="65" name="Shape 2">
            <a:extLst>
              <a:ext uri="{FF2B5EF4-FFF2-40B4-BE49-F238E27FC236}">
                <a16:creationId xmlns:a16="http://schemas.microsoft.com/office/drawing/2014/main" id="{0D881119-5239-1C21-6767-E82757DAEB6F}"/>
              </a:ext>
            </a:extLst>
          </p:cNvPr>
          <p:cNvSpPr/>
          <p:nvPr/>
        </p:nvSpPr>
        <p:spPr>
          <a:xfrm>
            <a:off x="6087783" y="1322533"/>
            <a:ext cx="2670542" cy="3257761"/>
          </a:xfrm>
          <a:prstGeom prst="rect">
            <a:avLst/>
          </a:prstGeom>
          <a:solidFill>
            <a:srgbClr val="FFFFFF"/>
          </a:solidFill>
          <a:ln w="9525">
            <a:solidFill>
              <a:srgbClr val="161616">
                <a:alpha val="16000"/>
              </a:srgbClr>
            </a:solidFill>
            <a:prstDash val="solid"/>
          </a:ln>
        </p:spPr>
        <p:txBody>
          <a:bodyPr/>
          <a:lstStyle/>
          <a:p>
            <a:pPr>
              <a:buClrTx/>
              <a:buFontTx/>
              <a:buNone/>
            </a:pPr>
            <a:endParaRPr lang="fr-FR" sz="1100" kern="1200">
              <a:solidFill>
                <a:prstClr val="black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66" name="Text 3">
            <a:extLst>
              <a:ext uri="{FF2B5EF4-FFF2-40B4-BE49-F238E27FC236}">
                <a16:creationId xmlns:a16="http://schemas.microsoft.com/office/drawing/2014/main" id="{82BED710-4C06-1B3E-6158-05BEDEB30EB9}"/>
              </a:ext>
            </a:extLst>
          </p:cNvPr>
          <p:cNvSpPr/>
          <p:nvPr/>
        </p:nvSpPr>
        <p:spPr>
          <a:xfrm>
            <a:off x="6222018" y="1393858"/>
            <a:ext cx="253630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buClrTx/>
              <a:buFontTx/>
              <a:buNone/>
            </a:pPr>
            <a:r>
              <a:rPr lang="en-US" sz="1100" spc="252">
                <a:solidFill>
                  <a:srgbClr val="6A6A6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SCALE</a:t>
            </a:r>
            <a:endParaRPr lang="en-US" sz="1100" kern="1200">
              <a:solidFill>
                <a:prstClr val="black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67" name="Text 4">
            <a:extLst>
              <a:ext uri="{FF2B5EF4-FFF2-40B4-BE49-F238E27FC236}">
                <a16:creationId xmlns:a16="http://schemas.microsoft.com/office/drawing/2014/main" id="{4BAEF986-9B23-AC47-0468-38F1C5F23D9B}"/>
              </a:ext>
            </a:extLst>
          </p:cNvPr>
          <p:cNvSpPr/>
          <p:nvPr/>
        </p:nvSpPr>
        <p:spPr>
          <a:xfrm>
            <a:off x="6222017" y="1769982"/>
            <a:ext cx="928985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81720"/>
              </a:lnSpc>
              <a:buClrTx/>
              <a:buFontTx/>
              <a:buNone/>
            </a:pPr>
            <a:r>
              <a:rPr lang="en-US" sz="4000" kern="1200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XX</a:t>
            </a:r>
            <a:endParaRPr lang="en-US" sz="4000" kern="1200">
              <a:solidFill>
                <a:prstClr val="black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68" name="Text 5">
            <a:extLst>
              <a:ext uri="{FF2B5EF4-FFF2-40B4-BE49-F238E27FC236}">
                <a16:creationId xmlns:a16="http://schemas.microsoft.com/office/drawing/2014/main" id="{2EC90C28-432E-6636-438C-C25B815C09E1}"/>
              </a:ext>
            </a:extLst>
          </p:cNvPr>
          <p:cNvSpPr/>
          <p:nvPr/>
        </p:nvSpPr>
        <p:spPr>
          <a:xfrm>
            <a:off x="6908337" y="1989057"/>
            <a:ext cx="48532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buClrTx/>
              <a:buFontTx/>
              <a:buNone/>
            </a:pPr>
            <a:r>
              <a:rPr lang="en-US" sz="1200" kern="1200">
                <a:solidFill>
                  <a:srgbClr val="6A6A6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/mo</a:t>
            </a:r>
            <a:endParaRPr lang="en-US" sz="1200" kern="1200">
              <a:solidFill>
                <a:prstClr val="black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69" name="Shape 7">
            <a:extLst>
              <a:ext uri="{FF2B5EF4-FFF2-40B4-BE49-F238E27FC236}">
                <a16:creationId xmlns:a16="http://schemas.microsoft.com/office/drawing/2014/main" id="{82E01744-0EBE-6591-3DCD-D715D2005044}"/>
              </a:ext>
            </a:extLst>
          </p:cNvPr>
          <p:cNvSpPr/>
          <p:nvPr/>
        </p:nvSpPr>
        <p:spPr>
          <a:xfrm>
            <a:off x="6222017" y="2496310"/>
            <a:ext cx="85725" cy="85725"/>
          </a:xfrm>
          <a:prstGeom prst="rect">
            <a:avLst/>
          </a:prstGeom>
          <a:solidFill>
            <a:srgbClr val="3A3A38">
              <a:alpha val="60000"/>
            </a:srgbClr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fr-FR" sz="1100" kern="1200">
              <a:solidFill>
                <a:prstClr val="black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70" name="Text 8">
            <a:extLst>
              <a:ext uri="{FF2B5EF4-FFF2-40B4-BE49-F238E27FC236}">
                <a16:creationId xmlns:a16="http://schemas.microsoft.com/office/drawing/2014/main" id="{B9C042D6-AE45-3559-E805-6A5D846565ED}"/>
              </a:ext>
            </a:extLst>
          </p:cNvPr>
          <p:cNvSpPr/>
          <p:nvPr/>
        </p:nvSpPr>
        <p:spPr>
          <a:xfrm>
            <a:off x="6441092" y="2424542"/>
            <a:ext cx="231723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buClrTx/>
              <a:buFontTx/>
              <a:buNone/>
            </a:pPr>
            <a:r>
              <a:rPr lang="en-US" sz="1200" kern="12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Lorem ipsum dolor sit amet</a:t>
            </a:r>
            <a:endParaRPr lang="en-US" sz="1200" kern="1200">
              <a:solidFill>
                <a:prstClr val="black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71" name="Shape 9">
            <a:extLst>
              <a:ext uri="{FF2B5EF4-FFF2-40B4-BE49-F238E27FC236}">
                <a16:creationId xmlns:a16="http://schemas.microsoft.com/office/drawing/2014/main" id="{AF8211C4-1CC8-20F9-7654-093C1F778208}"/>
              </a:ext>
            </a:extLst>
          </p:cNvPr>
          <p:cNvSpPr/>
          <p:nvPr/>
        </p:nvSpPr>
        <p:spPr>
          <a:xfrm>
            <a:off x="6222017" y="2733541"/>
            <a:ext cx="85725" cy="85725"/>
          </a:xfrm>
          <a:prstGeom prst="rect">
            <a:avLst/>
          </a:prstGeom>
          <a:solidFill>
            <a:srgbClr val="3A3A38">
              <a:alpha val="60000"/>
            </a:srgbClr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fr-FR" sz="1100" kern="1200">
              <a:solidFill>
                <a:prstClr val="black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72" name="Text 10">
            <a:extLst>
              <a:ext uri="{FF2B5EF4-FFF2-40B4-BE49-F238E27FC236}">
                <a16:creationId xmlns:a16="http://schemas.microsoft.com/office/drawing/2014/main" id="{DD055429-D315-A40A-C80D-282B85C8A820}"/>
              </a:ext>
            </a:extLst>
          </p:cNvPr>
          <p:cNvSpPr/>
          <p:nvPr/>
        </p:nvSpPr>
        <p:spPr>
          <a:xfrm>
            <a:off x="6441092" y="2640507"/>
            <a:ext cx="231723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buClrTx/>
              <a:buFontTx/>
              <a:buNone/>
            </a:pPr>
            <a:r>
              <a:rPr lang="en-US" sz="1200" kern="12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Lorem ipsum dolor sit amet</a:t>
            </a:r>
            <a:endParaRPr lang="en-US" sz="1200" kern="1200">
              <a:solidFill>
                <a:prstClr val="black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73" name="Shape 11">
            <a:extLst>
              <a:ext uri="{FF2B5EF4-FFF2-40B4-BE49-F238E27FC236}">
                <a16:creationId xmlns:a16="http://schemas.microsoft.com/office/drawing/2014/main" id="{112E20D2-DBE9-C0DD-CF8E-F368EE46039C}"/>
              </a:ext>
            </a:extLst>
          </p:cNvPr>
          <p:cNvSpPr/>
          <p:nvPr/>
        </p:nvSpPr>
        <p:spPr>
          <a:xfrm>
            <a:off x="6222017" y="2970786"/>
            <a:ext cx="85725" cy="85725"/>
          </a:xfrm>
          <a:prstGeom prst="rect">
            <a:avLst/>
          </a:prstGeom>
          <a:solidFill>
            <a:srgbClr val="3A3A38">
              <a:alpha val="60000"/>
            </a:srgbClr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fr-FR" sz="1100" kern="1200">
              <a:solidFill>
                <a:prstClr val="black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74" name="Text 12">
            <a:extLst>
              <a:ext uri="{FF2B5EF4-FFF2-40B4-BE49-F238E27FC236}">
                <a16:creationId xmlns:a16="http://schemas.microsoft.com/office/drawing/2014/main" id="{77B58546-BC38-B213-4EA5-F22A11E2E342}"/>
              </a:ext>
            </a:extLst>
          </p:cNvPr>
          <p:cNvSpPr/>
          <p:nvPr/>
        </p:nvSpPr>
        <p:spPr>
          <a:xfrm>
            <a:off x="6441092" y="2877752"/>
            <a:ext cx="231723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buClrTx/>
              <a:buFontTx/>
              <a:buNone/>
            </a:pPr>
            <a:r>
              <a:rPr lang="en-US" sz="1200" kern="12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Lorem ipsum dolor sit amet</a:t>
            </a:r>
            <a:endParaRPr lang="en-US" sz="1200" kern="1200">
              <a:solidFill>
                <a:prstClr val="black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75" name="Shape 13">
            <a:extLst>
              <a:ext uri="{FF2B5EF4-FFF2-40B4-BE49-F238E27FC236}">
                <a16:creationId xmlns:a16="http://schemas.microsoft.com/office/drawing/2014/main" id="{E09D891A-F01D-3FE1-B6A7-9B402D33504A}"/>
              </a:ext>
            </a:extLst>
          </p:cNvPr>
          <p:cNvSpPr/>
          <p:nvPr/>
        </p:nvSpPr>
        <p:spPr>
          <a:xfrm>
            <a:off x="6222017" y="3208027"/>
            <a:ext cx="85725" cy="85725"/>
          </a:xfrm>
          <a:prstGeom prst="rect">
            <a:avLst/>
          </a:prstGeom>
          <a:solidFill>
            <a:srgbClr val="3A3A38">
              <a:alpha val="60000"/>
            </a:srgbClr>
          </a:solidFill>
          <a:ln/>
        </p:spPr>
        <p:txBody>
          <a:bodyPr/>
          <a:lstStyle/>
          <a:p>
            <a:pPr>
              <a:buClrTx/>
              <a:buFontTx/>
              <a:buNone/>
            </a:pPr>
            <a:endParaRPr lang="fr-FR" sz="1100" kern="1200">
              <a:solidFill>
                <a:prstClr val="black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76" name="Text 14">
            <a:extLst>
              <a:ext uri="{FF2B5EF4-FFF2-40B4-BE49-F238E27FC236}">
                <a16:creationId xmlns:a16="http://schemas.microsoft.com/office/drawing/2014/main" id="{F272A5B6-BB01-C5AF-8100-3B87182743DF}"/>
              </a:ext>
            </a:extLst>
          </p:cNvPr>
          <p:cNvSpPr/>
          <p:nvPr/>
        </p:nvSpPr>
        <p:spPr>
          <a:xfrm>
            <a:off x="6441092" y="3125626"/>
            <a:ext cx="231723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buClrTx/>
              <a:buFontTx/>
              <a:buNone/>
            </a:pPr>
            <a:r>
              <a:rPr lang="en-US" sz="1200" kern="12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Lorem ipsum dolor sit amet</a:t>
            </a:r>
            <a:endParaRPr lang="en-US" sz="1200" kern="1200">
              <a:solidFill>
                <a:prstClr val="black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77" name="Shape 15">
            <a:extLst>
              <a:ext uri="{FF2B5EF4-FFF2-40B4-BE49-F238E27FC236}">
                <a16:creationId xmlns:a16="http://schemas.microsoft.com/office/drawing/2014/main" id="{477AC168-E469-CD3E-1F50-BEBF8E0F4607}"/>
              </a:ext>
            </a:extLst>
          </p:cNvPr>
          <p:cNvSpPr/>
          <p:nvPr/>
        </p:nvSpPr>
        <p:spPr>
          <a:xfrm>
            <a:off x="6395134" y="4195231"/>
            <a:ext cx="2055839" cy="257175"/>
          </a:xfrm>
          <a:prstGeom prst="rect">
            <a:avLst/>
          </a:prstGeom>
          <a:ln w="9525">
            <a:solidFill>
              <a:srgbClr val="161616"/>
            </a:solidFill>
            <a:prstDash val="solid"/>
          </a:ln>
        </p:spPr>
        <p:txBody>
          <a:bodyPr/>
          <a:lstStyle/>
          <a:p>
            <a:pPr>
              <a:buClrTx/>
              <a:buFontTx/>
              <a:buNone/>
            </a:pPr>
            <a:endParaRPr lang="fr-FR" sz="1100" kern="1200">
              <a:solidFill>
                <a:prstClr val="black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CCBCBFE5-E06F-B44D-13E4-637F76332284}"/>
              </a:ext>
            </a:extLst>
          </p:cNvPr>
          <p:cNvSpPr/>
          <p:nvPr/>
        </p:nvSpPr>
        <p:spPr>
          <a:xfrm>
            <a:off x="6395133" y="4205495"/>
            <a:ext cx="205583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>
              <a:buClrTx/>
              <a:buFontTx/>
              <a:buNone/>
            </a:pPr>
            <a:r>
              <a:rPr lang="en-US" sz="1200" kern="1200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Choose plan</a:t>
            </a:r>
            <a:endParaRPr lang="en-US" sz="1200" kern="1200">
              <a:solidFill>
                <a:prstClr val="black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79" name="Google Shape;135;p7">
            <a:extLst>
              <a:ext uri="{FF2B5EF4-FFF2-40B4-BE49-F238E27FC236}">
                <a16:creationId xmlns:a16="http://schemas.microsoft.com/office/drawing/2014/main" id="{8A09FC6D-BCE8-8166-86FA-BBE034EB71C3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tx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43</a:t>
            </a:fld>
            <a:endParaRPr lang="fr" sz="1000">
              <a:solidFill>
                <a:schemeClr val="tx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981530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6;p4">
            <a:extLst>
              <a:ext uri="{FF2B5EF4-FFF2-40B4-BE49-F238E27FC236}">
                <a16:creationId xmlns:a16="http://schemas.microsoft.com/office/drawing/2014/main" id="{95360A62-0276-8373-906F-F499E36244A3}"/>
              </a:ext>
            </a:extLst>
          </p:cNvPr>
          <p:cNvSpPr txBox="1"/>
          <p:nvPr/>
        </p:nvSpPr>
        <p:spPr>
          <a:xfrm>
            <a:off x="326570" y="289910"/>
            <a:ext cx="5693229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noProof="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Title of this slide in one or two lines maximum.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AE42AF75-DAF8-0FAC-3C02-BA91E4C98BFF}"/>
              </a:ext>
            </a:extLst>
          </p:cNvPr>
          <p:cNvSpPr/>
          <p:nvPr/>
        </p:nvSpPr>
        <p:spPr>
          <a:xfrm>
            <a:off x="389719" y="1792074"/>
            <a:ext cx="1100984" cy="571489"/>
          </a:xfrm>
          <a:prstGeom prst="rect">
            <a:avLst/>
          </a:prstGeom>
          <a:solidFill>
            <a:srgbClr val="D5D3C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80B2F128-D984-5897-36C2-259DD47CE568}"/>
              </a:ext>
            </a:extLst>
          </p:cNvPr>
          <p:cNvSpPr/>
          <p:nvPr/>
        </p:nvSpPr>
        <p:spPr>
          <a:xfrm>
            <a:off x="389718" y="2362233"/>
            <a:ext cx="1100984" cy="761985"/>
          </a:xfrm>
          <a:prstGeom prst="rect">
            <a:avLst/>
          </a:prstGeom>
          <a:solidFill>
            <a:srgbClr val="76788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7440EBD5-C507-4322-AA4C-A2BC5EA37069}"/>
              </a:ext>
            </a:extLst>
          </p:cNvPr>
          <p:cNvSpPr/>
          <p:nvPr/>
        </p:nvSpPr>
        <p:spPr>
          <a:xfrm>
            <a:off x="389718" y="3114827"/>
            <a:ext cx="1100984" cy="952482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69E1AD0-1D30-BA94-35AD-4647E8BEC904}"/>
              </a:ext>
            </a:extLst>
          </p:cNvPr>
          <p:cNvSpPr/>
          <p:nvPr/>
        </p:nvSpPr>
        <p:spPr>
          <a:xfrm>
            <a:off x="726910" y="4100403"/>
            <a:ext cx="6228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Cat A</a:t>
            </a:r>
            <a:endParaRPr lang="en-US" sz="12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A3F819E9-D036-7B62-2554-D8B2BCD3B7AA}"/>
              </a:ext>
            </a:extLst>
          </p:cNvPr>
          <p:cNvSpPr/>
          <p:nvPr/>
        </p:nvSpPr>
        <p:spPr>
          <a:xfrm>
            <a:off x="1722580" y="4831102"/>
            <a:ext cx="209550" cy="108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fr-FR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11F61F55-0129-DFB8-BDC5-AF001C529CA2}"/>
              </a:ext>
            </a:extLst>
          </p:cNvPr>
          <p:cNvSpPr/>
          <p:nvPr/>
        </p:nvSpPr>
        <p:spPr>
          <a:xfrm>
            <a:off x="2014869" y="4801419"/>
            <a:ext cx="110670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Series one</a:t>
            </a:r>
            <a:endParaRPr lang="en-US" sz="105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16630D9A-F989-47F3-35C5-E6B0DAAB4100}"/>
              </a:ext>
            </a:extLst>
          </p:cNvPr>
          <p:cNvSpPr/>
          <p:nvPr/>
        </p:nvSpPr>
        <p:spPr>
          <a:xfrm>
            <a:off x="2908331" y="4831102"/>
            <a:ext cx="209550" cy="108000"/>
          </a:xfrm>
          <a:prstGeom prst="rect">
            <a:avLst/>
          </a:prstGeom>
          <a:solidFill>
            <a:srgbClr val="767884"/>
          </a:solidFill>
          <a:ln/>
        </p:spPr>
        <p:txBody>
          <a:bodyPr/>
          <a:lstStyle/>
          <a:p>
            <a:endParaRPr lang="fr-FR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7D2CBDF2-58CC-825C-87D4-DE0D0A2CFF06}"/>
              </a:ext>
            </a:extLst>
          </p:cNvPr>
          <p:cNvSpPr/>
          <p:nvPr/>
        </p:nvSpPr>
        <p:spPr>
          <a:xfrm>
            <a:off x="3177878" y="4801419"/>
            <a:ext cx="1100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Series two</a:t>
            </a:r>
            <a:endParaRPr lang="en-US" sz="105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1138E5C7-05A1-ED81-64EE-C4F2CE60FBC3}"/>
              </a:ext>
            </a:extLst>
          </p:cNvPr>
          <p:cNvSpPr/>
          <p:nvPr/>
        </p:nvSpPr>
        <p:spPr>
          <a:xfrm>
            <a:off x="4069312" y="4831102"/>
            <a:ext cx="209550" cy="108000"/>
          </a:xfrm>
          <a:prstGeom prst="rect">
            <a:avLst/>
          </a:prstGeom>
          <a:solidFill>
            <a:srgbClr val="D5D3C4"/>
          </a:solidFill>
          <a:ln/>
        </p:spPr>
        <p:txBody>
          <a:bodyPr/>
          <a:lstStyle/>
          <a:p>
            <a:endParaRPr lang="fr-FR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C313D1C3-7FE9-DF38-5795-1A795B39EC72}"/>
              </a:ext>
            </a:extLst>
          </p:cNvPr>
          <p:cNvSpPr/>
          <p:nvPr/>
        </p:nvSpPr>
        <p:spPr>
          <a:xfrm>
            <a:off x="4377694" y="4801419"/>
            <a:ext cx="12459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Series three</a:t>
            </a:r>
            <a:endParaRPr lang="en-US" sz="105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79D0D82B-66DC-EE39-E633-7EBE39A6C5E6}"/>
              </a:ext>
            </a:extLst>
          </p:cNvPr>
          <p:cNvSpPr/>
          <p:nvPr/>
        </p:nvSpPr>
        <p:spPr>
          <a:xfrm>
            <a:off x="1722581" y="1793900"/>
            <a:ext cx="1100984" cy="332262"/>
          </a:xfrm>
          <a:prstGeom prst="rect">
            <a:avLst/>
          </a:prstGeom>
          <a:solidFill>
            <a:srgbClr val="D5D3C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3">
            <a:extLst>
              <a:ext uri="{FF2B5EF4-FFF2-40B4-BE49-F238E27FC236}">
                <a16:creationId xmlns:a16="http://schemas.microsoft.com/office/drawing/2014/main" id="{ECD4D731-64D0-BA16-1712-001B6FC500A0}"/>
              </a:ext>
            </a:extLst>
          </p:cNvPr>
          <p:cNvSpPr/>
          <p:nvPr/>
        </p:nvSpPr>
        <p:spPr>
          <a:xfrm>
            <a:off x="1722580" y="2126162"/>
            <a:ext cx="1100984" cy="999882"/>
          </a:xfrm>
          <a:prstGeom prst="rect">
            <a:avLst/>
          </a:prstGeom>
          <a:solidFill>
            <a:srgbClr val="76788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2BC44966-E045-C4B5-517A-76FCB6B8F96F}"/>
              </a:ext>
            </a:extLst>
          </p:cNvPr>
          <p:cNvSpPr/>
          <p:nvPr/>
        </p:nvSpPr>
        <p:spPr>
          <a:xfrm>
            <a:off x="1722580" y="3116652"/>
            <a:ext cx="1100984" cy="952482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6BF43324-0A78-E14E-9F10-15871F6915FA}"/>
              </a:ext>
            </a:extLst>
          </p:cNvPr>
          <p:cNvSpPr/>
          <p:nvPr/>
        </p:nvSpPr>
        <p:spPr>
          <a:xfrm>
            <a:off x="2059772" y="4102228"/>
            <a:ext cx="6228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Cat B</a:t>
            </a:r>
            <a:endParaRPr lang="en-US" sz="12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5" name="Shape 2">
            <a:extLst>
              <a:ext uri="{FF2B5EF4-FFF2-40B4-BE49-F238E27FC236}">
                <a16:creationId xmlns:a16="http://schemas.microsoft.com/office/drawing/2014/main" id="{081EB08F-2CF5-CC27-A8F0-EC59BF066CC2}"/>
              </a:ext>
            </a:extLst>
          </p:cNvPr>
          <p:cNvSpPr/>
          <p:nvPr/>
        </p:nvSpPr>
        <p:spPr>
          <a:xfrm>
            <a:off x="3055442" y="1794081"/>
            <a:ext cx="1100984" cy="1083515"/>
          </a:xfrm>
          <a:prstGeom prst="rect">
            <a:avLst/>
          </a:prstGeom>
          <a:solidFill>
            <a:srgbClr val="D5D3C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4921045E-4230-D6B6-0581-65CA5811399E}"/>
              </a:ext>
            </a:extLst>
          </p:cNvPr>
          <p:cNvSpPr/>
          <p:nvPr/>
        </p:nvSpPr>
        <p:spPr>
          <a:xfrm>
            <a:off x="3055441" y="2877597"/>
            <a:ext cx="1100984" cy="761985"/>
          </a:xfrm>
          <a:prstGeom prst="rect">
            <a:avLst/>
          </a:prstGeom>
          <a:solidFill>
            <a:srgbClr val="76788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4">
            <a:extLst>
              <a:ext uri="{FF2B5EF4-FFF2-40B4-BE49-F238E27FC236}">
                <a16:creationId xmlns:a16="http://schemas.microsoft.com/office/drawing/2014/main" id="{9CBC6D41-721D-162D-D81D-288C9A4F12BB}"/>
              </a:ext>
            </a:extLst>
          </p:cNvPr>
          <p:cNvSpPr/>
          <p:nvPr/>
        </p:nvSpPr>
        <p:spPr>
          <a:xfrm>
            <a:off x="3055441" y="3639582"/>
            <a:ext cx="1100984" cy="429734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5">
            <a:extLst>
              <a:ext uri="{FF2B5EF4-FFF2-40B4-BE49-F238E27FC236}">
                <a16:creationId xmlns:a16="http://schemas.microsoft.com/office/drawing/2014/main" id="{C5E8A206-5A22-12F6-A164-0A5784C6297D}"/>
              </a:ext>
            </a:extLst>
          </p:cNvPr>
          <p:cNvSpPr/>
          <p:nvPr/>
        </p:nvSpPr>
        <p:spPr>
          <a:xfrm>
            <a:off x="3392633" y="4102410"/>
            <a:ext cx="6228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Cat C</a:t>
            </a:r>
            <a:endParaRPr lang="en-US" sz="12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9" name="Shape 2">
            <a:extLst>
              <a:ext uri="{FF2B5EF4-FFF2-40B4-BE49-F238E27FC236}">
                <a16:creationId xmlns:a16="http://schemas.microsoft.com/office/drawing/2014/main" id="{F174B3BE-8D9E-7D45-86CF-66322A29757F}"/>
              </a:ext>
            </a:extLst>
          </p:cNvPr>
          <p:cNvSpPr/>
          <p:nvPr/>
        </p:nvSpPr>
        <p:spPr>
          <a:xfrm>
            <a:off x="4278863" y="1801377"/>
            <a:ext cx="1100984" cy="571489"/>
          </a:xfrm>
          <a:prstGeom prst="rect">
            <a:avLst/>
          </a:prstGeom>
          <a:solidFill>
            <a:srgbClr val="D5D3C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369340BA-5BAA-9C48-8FE5-D9EE07DFBE9F}"/>
              </a:ext>
            </a:extLst>
          </p:cNvPr>
          <p:cNvSpPr/>
          <p:nvPr/>
        </p:nvSpPr>
        <p:spPr>
          <a:xfrm>
            <a:off x="4278862" y="2371536"/>
            <a:ext cx="1100984" cy="761985"/>
          </a:xfrm>
          <a:prstGeom prst="rect">
            <a:avLst/>
          </a:prstGeom>
          <a:solidFill>
            <a:srgbClr val="76788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Shape 4">
            <a:extLst>
              <a:ext uri="{FF2B5EF4-FFF2-40B4-BE49-F238E27FC236}">
                <a16:creationId xmlns:a16="http://schemas.microsoft.com/office/drawing/2014/main" id="{B85BEC60-64A4-7891-1505-04E696D05C09}"/>
              </a:ext>
            </a:extLst>
          </p:cNvPr>
          <p:cNvSpPr/>
          <p:nvPr/>
        </p:nvSpPr>
        <p:spPr>
          <a:xfrm>
            <a:off x="4278862" y="3124130"/>
            <a:ext cx="1100984" cy="952482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5">
            <a:extLst>
              <a:ext uri="{FF2B5EF4-FFF2-40B4-BE49-F238E27FC236}">
                <a16:creationId xmlns:a16="http://schemas.microsoft.com/office/drawing/2014/main" id="{3C741221-364E-BEAD-60D4-66358B0CD941}"/>
              </a:ext>
            </a:extLst>
          </p:cNvPr>
          <p:cNvSpPr/>
          <p:nvPr/>
        </p:nvSpPr>
        <p:spPr>
          <a:xfrm>
            <a:off x="4616054" y="4109706"/>
            <a:ext cx="6228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Cat D</a:t>
            </a:r>
            <a:endParaRPr lang="en-US" sz="12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F9A5DD9-5E63-54ED-2D2D-5AD294733F44}"/>
              </a:ext>
            </a:extLst>
          </p:cNvPr>
          <p:cNvSpPr/>
          <p:nvPr/>
        </p:nvSpPr>
        <p:spPr>
          <a:xfrm>
            <a:off x="5744768" y="0"/>
            <a:ext cx="339923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5ABE686A-39A5-4615-62E7-C1FDC9AB4E8D}"/>
              </a:ext>
            </a:extLst>
          </p:cNvPr>
          <p:cNvCxnSpPr>
            <a:cxnSpLocks/>
          </p:cNvCxnSpPr>
          <p:nvPr/>
        </p:nvCxnSpPr>
        <p:spPr>
          <a:xfrm flipH="1" flipV="1">
            <a:off x="5742430" y="0"/>
            <a:ext cx="23604" cy="514350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Google Shape;135;p7">
            <a:extLst>
              <a:ext uri="{FF2B5EF4-FFF2-40B4-BE49-F238E27FC236}">
                <a16:creationId xmlns:a16="http://schemas.microsoft.com/office/drawing/2014/main" id="{3909F66E-7F0E-560A-52F7-C61AF7775DD7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tx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44</a:t>
            </a:fld>
            <a:endParaRPr lang="fr" sz="1000">
              <a:solidFill>
                <a:schemeClr val="tx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cxnSp>
        <p:nvCxnSpPr>
          <p:cNvPr id="49" name="Connecteur droit 48">
            <a:extLst>
              <a:ext uri="{FF2B5EF4-FFF2-40B4-BE49-F238E27FC236}">
                <a16:creationId xmlns:a16="http://schemas.microsoft.com/office/drawing/2014/main" id="{5A7C2977-6A4B-674B-8BDB-C8F68FC0A84A}"/>
              </a:ext>
            </a:extLst>
          </p:cNvPr>
          <p:cNvCxnSpPr>
            <a:cxnSpLocks/>
          </p:cNvCxnSpPr>
          <p:nvPr/>
        </p:nvCxnSpPr>
        <p:spPr>
          <a:xfrm flipV="1">
            <a:off x="-600" y="197944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49">
            <a:extLst>
              <a:ext uri="{FF2B5EF4-FFF2-40B4-BE49-F238E27FC236}">
                <a16:creationId xmlns:a16="http://schemas.microsoft.com/office/drawing/2014/main" id="{BCAE8726-9353-5B47-34C2-993200B65130}"/>
              </a:ext>
            </a:extLst>
          </p:cNvPr>
          <p:cNvCxnSpPr>
            <a:cxnSpLocks/>
          </p:cNvCxnSpPr>
          <p:nvPr/>
        </p:nvCxnSpPr>
        <p:spPr>
          <a:xfrm flipV="1">
            <a:off x="-600" y="4967944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E8B45092-9F00-78B4-7768-2EFBA1C91958}"/>
              </a:ext>
            </a:extLst>
          </p:cNvPr>
          <p:cNvCxnSpPr>
            <a:cxnSpLocks/>
          </p:cNvCxnSpPr>
          <p:nvPr/>
        </p:nvCxnSpPr>
        <p:spPr>
          <a:xfrm flipV="1">
            <a:off x="0" y="106308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479EF062-389C-ED5B-38FC-79D79CE61A03}"/>
              </a:ext>
            </a:extLst>
          </p:cNvPr>
          <p:cNvCxnSpPr>
            <a:cxnSpLocks/>
          </p:cNvCxnSpPr>
          <p:nvPr/>
        </p:nvCxnSpPr>
        <p:spPr>
          <a:xfrm>
            <a:off x="180000" y="-8202"/>
            <a:ext cx="0" cy="515520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B02749EF-CECB-076A-1A5A-02735405A5AA}"/>
              </a:ext>
            </a:extLst>
          </p:cNvPr>
          <p:cNvCxnSpPr>
            <a:cxnSpLocks/>
          </p:cNvCxnSpPr>
          <p:nvPr/>
        </p:nvCxnSpPr>
        <p:spPr>
          <a:xfrm>
            <a:off x="9000000" y="0"/>
            <a:ext cx="0" cy="515520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Graphique 53">
            <a:extLst>
              <a:ext uri="{FF2B5EF4-FFF2-40B4-BE49-F238E27FC236}">
                <a16:creationId xmlns:a16="http://schemas.microsoft.com/office/drawing/2014/main" id="{88540CAE-F586-7C35-169E-BBF90E53C1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94800" y="198000"/>
            <a:ext cx="198000" cy="198000"/>
          </a:xfrm>
          <a:prstGeom prst="rect">
            <a:avLst/>
          </a:prstGeom>
        </p:spPr>
      </p:pic>
      <p:pic>
        <p:nvPicPr>
          <p:cNvPr id="55" name="Graphique 54">
            <a:extLst>
              <a:ext uri="{FF2B5EF4-FFF2-40B4-BE49-F238E27FC236}">
                <a16:creationId xmlns:a16="http://schemas.microsoft.com/office/drawing/2014/main" id="{4D25694B-5D6D-9459-B8D9-BEAC821ED5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3600" y="4762800"/>
            <a:ext cx="1050058" cy="19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0291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74" name="Google Shape;1174;p49"/>
          <p:cNvCxnSpPr/>
          <p:nvPr/>
        </p:nvCxnSpPr>
        <p:spPr>
          <a:xfrm rot="10800000">
            <a:off x="0" y="1382819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75" name="Google Shape;1175;p49"/>
          <p:cNvSpPr txBox="1"/>
          <p:nvPr/>
        </p:nvSpPr>
        <p:spPr>
          <a:xfrm>
            <a:off x="180000" y="1022775"/>
            <a:ext cx="1470000" cy="3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Week 1</a:t>
            </a:r>
            <a:endParaRPr sz="12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176" name="Google Shape;1176;p49"/>
          <p:cNvSpPr txBox="1"/>
          <p:nvPr/>
        </p:nvSpPr>
        <p:spPr>
          <a:xfrm>
            <a:off x="1650000" y="1022775"/>
            <a:ext cx="1470000" cy="3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Week 2</a:t>
            </a:r>
            <a:endParaRPr sz="12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177" name="Google Shape;1177;p49"/>
          <p:cNvSpPr txBox="1"/>
          <p:nvPr/>
        </p:nvSpPr>
        <p:spPr>
          <a:xfrm>
            <a:off x="3120000" y="1022775"/>
            <a:ext cx="1470000" cy="3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Week 3</a:t>
            </a:r>
            <a:endParaRPr sz="12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178" name="Google Shape;1178;p49"/>
          <p:cNvSpPr txBox="1"/>
          <p:nvPr/>
        </p:nvSpPr>
        <p:spPr>
          <a:xfrm>
            <a:off x="4590000" y="1022775"/>
            <a:ext cx="1470000" cy="3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Week 4</a:t>
            </a:r>
            <a:endParaRPr sz="12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179" name="Google Shape;1179;p49"/>
          <p:cNvSpPr txBox="1"/>
          <p:nvPr/>
        </p:nvSpPr>
        <p:spPr>
          <a:xfrm>
            <a:off x="6060000" y="1022775"/>
            <a:ext cx="1470000" cy="3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Week 5</a:t>
            </a:r>
            <a:endParaRPr sz="12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180" name="Google Shape;1180;p49"/>
          <p:cNvSpPr txBox="1"/>
          <p:nvPr/>
        </p:nvSpPr>
        <p:spPr>
          <a:xfrm>
            <a:off x="7530000" y="1022775"/>
            <a:ext cx="1470000" cy="3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Week 6</a:t>
            </a:r>
            <a:endParaRPr sz="12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cxnSp>
        <p:nvCxnSpPr>
          <p:cNvPr id="1183" name="Google Shape;1183;p49"/>
          <p:cNvCxnSpPr/>
          <p:nvPr/>
        </p:nvCxnSpPr>
        <p:spPr>
          <a:xfrm rot="10800000">
            <a:off x="0" y="1980419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4" name="Google Shape;1184;p49"/>
          <p:cNvCxnSpPr/>
          <p:nvPr/>
        </p:nvCxnSpPr>
        <p:spPr>
          <a:xfrm rot="10800000">
            <a:off x="0" y="4376869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5" name="Google Shape;1185;p49"/>
          <p:cNvCxnSpPr/>
          <p:nvPr/>
        </p:nvCxnSpPr>
        <p:spPr>
          <a:xfrm rot="10800000">
            <a:off x="0" y="3784144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6" name="Google Shape;1186;p49"/>
          <p:cNvCxnSpPr/>
          <p:nvPr/>
        </p:nvCxnSpPr>
        <p:spPr>
          <a:xfrm rot="10800000">
            <a:off x="0" y="3191431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7" name="Google Shape;1187;p49"/>
          <p:cNvCxnSpPr/>
          <p:nvPr/>
        </p:nvCxnSpPr>
        <p:spPr>
          <a:xfrm rot="10800000">
            <a:off x="0" y="2593806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88" name="Google Shape;1188;p49"/>
          <p:cNvSpPr/>
          <p:nvPr/>
        </p:nvSpPr>
        <p:spPr>
          <a:xfrm>
            <a:off x="180000" y="1646825"/>
            <a:ext cx="1318500" cy="333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Geist"/>
                <a:ea typeface="Geist"/>
                <a:cs typeface="Geist"/>
                <a:sym typeface="Geist"/>
              </a:rPr>
              <a:t>Phase 1</a:t>
            </a:r>
            <a:endParaRPr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189" name="Google Shape;1189;p49"/>
          <p:cNvSpPr/>
          <p:nvPr/>
        </p:nvSpPr>
        <p:spPr>
          <a:xfrm>
            <a:off x="1725750" y="2265100"/>
            <a:ext cx="3942900" cy="333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Geist"/>
                <a:ea typeface="Geist"/>
                <a:cs typeface="Geist"/>
                <a:sym typeface="Geist"/>
              </a:rPr>
              <a:t>Phase 2</a:t>
            </a:r>
            <a:endParaRPr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190" name="Google Shape;1190;p49"/>
          <p:cNvSpPr/>
          <p:nvPr/>
        </p:nvSpPr>
        <p:spPr>
          <a:xfrm>
            <a:off x="2852100" y="2857813"/>
            <a:ext cx="3942900" cy="333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Geist"/>
                <a:ea typeface="Geist"/>
                <a:cs typeface="Geist"/>
                <a:sym typeface="Geist"/>
              </a:rPr>
              <a:t>Phase 3</a:t>
            </a:r>
            <a:endParaRPr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191" name="Google Shape;1191;p49"/>
          <p:cNvSpPr/>
          <p:nvPr/>
        </p:nvSpPr>
        <p:spPr>
          <a:xfrm>
            <a:off x="6508750" y="3450550"/>
            <a:ext cx="2488500" cy="333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Geist"/>
                <a:ea typeface="Geist"/>
                <a:cs typeface="Geist"/>
                <a:sym typeface="Geist"/>
              </a:rPr>
              <a:t>Phase 4</a:t>
            </a:r>
            <a:endParaRPr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192" name="Google Shape;1192;p49"/>
          <p:cNvSpPr/>
          <p:nvPr/>
        </p:nvSpPr>
        <p:spPr>
          <a:xfrm>
            <a:off x="7527250" y="4043275"/>
            <a:ext cx="1470000" cy="333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Geist"/>
                <a:ea typeface="Geist"/>
                <a:cs typeface="Geist"/>
                <a:sym typeface="Geist"/>
              </a:rPr>
              <a:t>Phase 5</a:t>
            </a:r>
            <a:endParaRPr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2" name="Google Shape;185;p9">
            <a:extLst>
              <a:ext uri="{FF2B5EF4-FFF2-40B4-BE49-F238E27FC236}">
                <a16:creationId xmlns:a16="http://schemas.microsoft.com/office/drawing/2014/main" id="{7FC5876F-8FE5-EE44-79A7-49A632F18C59}"/>
              </a:ext>
            </a:extLst>
          </p:cNvPr>
          <p:cNvSpPr txBox="1"/>
          <p:nvPr/>
        </p:nvSpPr>
        <p:spPr>
          <a:xfrm>
            <a:off x="313765" y="165425"/>
            <a:ext cx="7235722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Lorem ipsum dolor sit </a:t>
            </a:r>
            <a:b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</a:br>
            <a: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amet </a:t>
            </a:r>
            <a:r>
              <a:rPr lang="fr" sz="24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consectetur</a:t>
            </a:r>
            <a:endParaRPr sz="2300">
              <a:solidFill>
                <a:schemeClr val="dk1"/>
              </a:solidFill>
              <a:latin typeface="Ufficio 300" pitchFamily="2" charset="0"/>
              <a:ea typeface="Geist"/>
              <a:cs typeface="Geist"/>
              <a:sym typeface="Geist"/>
            </a:endParaRPr>
          </a:p>
        </p:txBody>
      </p:sp>
      <p:sp>
        <p:nvSpPr>
          <p:cNvPr id="4" name="Google Shape;135;p7">
            <a:extLst>
              <a:ext uri="{FF2B5EF4-FFF2-40B4-BE49-F238E27FC236}">
                <a16:creationId xmlns:a16="http://schemas.microsoft.com/office/drawing/2014/main" id="{16826CCE-8E5E-C1BB-265F-BD61865AFC49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tx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45</a:t>
            </a:fld>
            <a:endParaRPr lang="fr" sz="1000">
              <a:solidFill>
                <a:schemeClr val="tx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04" name="Google Shape;1204;p50"/>
          <p:cNvCxnSpPr/>
          <p:nvPr/>
        </p:nvCxnSpPr>
        <p:spPr>
          <a:xfrm rot="10800000">
            <a:off x="0" y="3871144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05" name="Google Shape;1205;p50"/>
          <p:cNvSpPr txBox="1"/>
          <p:nvPr/>
        </p:nvSpPr>
        <p:spPr>
          <a:xfrm>
            <a:off x="180000" y="3871150"/>
            <a:ext cx="1470000" cy="3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Week 1</a:t>
            </a:r>
            <a:endParaRPr sz="12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206" name="Google Shape;1206;p50"/>
          <p:cNvSpPr txBox="1"/>
          <p:nvPr/>
        </p:nvSpPr>
        <p:spPr>
          <a:xfrm>
            <a:off x="1650000" y="3871150"/>
            <a:ext cx="1470000" cy="3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Week 2</a:t>
            </a:r>
            <a:endParaRPr sz="12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207" name="Google Shape;1207;p50"/>
          <p:cNvSpPr txBox="1"/>
          <p:nvPr/>
        </p:nvSpPr>
        <p:spPr>
          <a:xfrm>
            <a:off x="3120000" y="3871150"/>
            <a:ext cx="1470000" cy="3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Week 3</a:t>
            </a:r>
            <a:endParaRPr sz="12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208" name="Google Shape;1208;p50"/>
          <p:cNvSpPr txBox="1"/>
          <p:nvPr/>
        </p:nvSpPr>
        <p:spPr>
          <a:xfrm>
            <a:off x="4590000" y="3871150"/>
            <a:ext cx="1470000" cy="3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Week 4</a:t>
            </a:r>
            <a:endParaRPr sz="12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209" name="Google Shape;1209;p50"/>
          <p:cNvSpPr txBox="1"/>
          <p:nvPr/>
        </p:nvSpPr>
        <p:spPr>
          <a:xfrm>
            <a:off x="6060000" y="3871150"/>
            <a:ext cx="1470000" cy="3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Week 5</a:t>
            </a:r>
            <a:endParaRPr sz="12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210" name="Google Shape;1210;p50"/>
          <p:cNvSpPr txBox="1"/>
          <p:nvPr/>
        </p:nvSpPr>
        <p:spPr>
          <a:xfrm>
            <a:off x="7530000" y="3871150"/>
            <a:ext cx="1470000" cy="3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Week 6</a:t>
            </a:r>
            <a:endParaRPr sz="12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213" name="Google Shape;1213;p50"/>
          <p:cNvSpPr/>
          <p:nvPr/>
        </p:nvSpPr>
        <p:spPr>
          <a:xfrm>
            <a:off x="4670210" y="4224250"/>
            <a:ext cx="4212300" cy="333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Geist"/>
                <a:ea typeface="Geist"/>
                <a:cs typeface="Geist"/>
                <a:sym typeface="Geist"/>
              </a:rPr>
              <a:t>Phase 2</a:t>
            </a:r>
            <a:endParaRPr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214" name="Google Shape;1214;p50"/>
          <p:cNvSpPr/>
          <p:nvPr/>
        </p:nvSpPr>
        <p:spPr>
          <a:xfrm>
            <a:off x="297650" y="4224250"/>
            <a:ext cx="4212300" cy="333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Geist"/>
                <a:ea typeface="Geist"/>
                <a:cs typeface="Geist"/>
                <a:sym typeface="Geist"/>
              </a:rPr>
              <a:t>Phase 1</a:t>
            </a:r>
            <a:endParaRPr>
              <a:latin typeface="Geist"/>
              <a:ea typeface="Geist"/>
              <a:cs typeface="Geist"/>
              <a:sym typeface="Geist"/>
            </a:endParaRPr>
          </a:p>
        </p:txBody>
      </p:sp>
      <p:cxnSp>
        <p:nvCxnSpPr>
          <p:cNvPr id="1215" name="Google Shape;1215;p50"/>
          <p:cNvCxnSpPr/>
          <p:nvPr/>
        </p:nvCxnSpPr>
        <p:spPr>
          <a:xfrm>
            <a:off x="915000" y="2733250"/>
            <a:ext cx="0" cy="113790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6" name="Google Shape;1216;p50"/>
          <p:cNvCxnSpPr/>
          <p:nvPr/>
        </p:nvCxnSpPr>
        <p:spPr>
          <a:xfrm>
            <a:off x="2385000" y="1835975"/>
            <a:ext cx="0" cy="203520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7" name="Google Shape;1217;p50"/>
          <p:cNvCxnSpPr/>
          <p:nvPr/>
        </p:nvCxnSpPr>
        <p:spPr>
          <a:xfrm>
            <a:off x="3855000" y="2733250"/>
            <a:ext cx="0" cy="113790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8" name="Google Shape;1218;p50"/>
          <p:cNvCxnSpPr/>
          <p:nvPr/>
        </p:nvCxnSpPr>
        <p:spPr>
          <a:xfrm>
            <a:off x="5325000" y="1835975"/>
            <a:ext cx="0" cy="203520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9" name="Google Shape;1219;p50"/>
          <p:cNvCxnSpPr/>
          <p:nvPr/>
        </p:nvCxnSpPr>
        <p:spPr>
          <a:xfrm>
            <a:off x="6795000" y="2733250"/>
            <a:ext cx="0" cy="113790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0" name="Google Shape;1220;p50"/>
          <p:cNvCxnSpPr/>
          <p:nvPr/>
        </p:nvCxnSpPr>
        <p:spPr>
          <a:xfrm>
            <a:off x="8265000" y="1835975"/>
            <a:ext cx="0" cy="203520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21" name="Google Shape;1221;p50"/>
          <p:cNvSpPr txBox="1"/>
          <p:nvPr/>
        </p:nvSpPr>
        <p:spPr>
          <a:xfrm>
            <a:off x="284025" y="2047312"/>
            <a:ext cx="12621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Ut enim ad minim veniam,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quis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nostrud</a:t>
            </a:r>
            <a:endParaRPr sz="12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222" name="Google Shape;1222;p50"/>
          <p:cNvSpPr txBox="1"/>
          <p:nvPr/>
        </p:nvSpPr>
        <p:spPr>
          <a:xfrm>
            <a:off x="1753950" y="1129288"/>
            <a:ext cx="12621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Ut enim ad minim veniam,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quis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nostrud</a:t>
            </a:r>
            <a:endParaRPr sz="12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223" name="Google Shape;1223;p50"/>
          <p:cNvSpPr txBox="1"/>
          <p:nvPr/>
        </p:nvSpPr>
        <p:spPr>
          <a:xfrm>
            <a:off x="3223950" y="2047299"/>
            <a:ext cx="12621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Ut enim ad minim veniam,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quis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nostrud</a:t>
            </a:r>
            <a:endParaRPr sz="12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224" name="Google Shape;1224;p50"/>
          <p:cNvSpPr txBox="1"/>
          <p:nvPr/>
        </p:nvSpPr>
        <p:spPr>
          <a:xfrm>
            <a:off x="4693950" y="1129288"/>
            <a:ext cx="12621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Ut enim ad minim veniam,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quis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nostrud</a:t>
            </a:r>
            <a:endParaRPr sz="12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225" name="Google Shape;1225;p50"/>
          <p:cNvSpPr txBox="1"/>
          <p:nvPr/>
        </p:nvSpPr>
        <p:spPr>
          <a:xfrm>
            <a:off x="5863075" y="2060727"/>
            <a:ext cx="1863900" cy="57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72000" tIns="72000" rIns="72000" bIns="720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Ut enim ad minim veniam,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quis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nostrud</a:t>
            </a:r>
            <a:endParaRPr sz="12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226" name="Google Shape;1226;p50"/>
          <p:cNvSpPr txBox="1"/>
          <p:nvPr/>
        </p:nvSpPr>
        <p:spPr>
          <a:xfrm>
            <a:off x="7633950" y="1129288"/>
            <a:ext cx="12621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Ut enim ad minim veniam,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quis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nostrud</a:t>
            </a:r>
            <a:endParaRPr sz="12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4" name="Google Shape;185;p9">
            <a:extLst>
              <a:ext uri="{FF2B5EF4-FFF2-40B4-BE49-F238E27FC236}">
                <a16:creationId xmlns:a16="http://schemas.microsoft.com/office/drawing/2014/main" id="{007B2CC5-7522-8325-0BA9-E8E41385AAAB}"/>
              </a:ext>
            </a:extLst>
          </p:cNvPr>
          <p:cNvSpPr txBox="1"/>
          <p:nvPr/>
        </p:nvSpPr>
        <p:spPr>
          <a:xfrm>
            <a:off x="313765" y="165425"/>
            <a:ext cx="7235722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Lorem ipsum dolor sit </a:t>
            </a:r>
            <a:b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</a:br>
            <a: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amet </a:t>
            </a:r>
            <a:r>
              <a:rPr lang="fr" sz="24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consectetur</a:t>
            </a:r>
            <a:endParaRPr sz="2300">
              <a:solidFill>
                <a:schemeClr val="dk1"/>
              </a:solidFill>
              <a:latin typeface="Ufficio 300" pitchFamily="2" charset="0"/>
              <a:ea typeface="Geist"/>
              <a:cs typeface="Geist"/>
              <a:sym typeface="Geist"/>
            </a:endParaRPr>
          </a:p>
        </p:txBody>
      </p:sp>
      <p:sp>
        <p:nvSpPr>
          <p:cNvPr id="5" name="Google Shape;135;p7">
            <a:extLst>
              <a:ext uri="{FF2B5EF4-FFF2-40B4-BE49-F238E27FC236}">
                <a16:creationId xmlns:a16="http://schemas.microsoft.com/office/drawing/2014/main" id="{3D0DA5AF-0C27-1FE5-507B-260E3E4409E9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tx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46</a:t>
            </a:fld>
            <a:endParaRPr lang="fr" sz="1000">
              <a:solidFill>
                <a:schemeClr val="tx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38" name="Google Shape;1238;p51"/>
          <p:cNvCxnSpPr/>
          <p:nvPr/>
        </p:nvCxnSpPr>
        <p:spPr>
          <a:xfrm rot="10800000">
            <a:off x="0" y="2571738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39" name="Google Shape;1239;p51"/>
          <p:cNvSpPr/>
          <p:nvPr/>
        </p:nvSpPr>
        <p:spPr>
          <a:xfrm>
            <a:off x="915012" y="2535075"/>
            <a:ext cx="73500" cy="732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240" name="Google Shape;1240;p51"/>
          <p:cNvSpPr txBox="1"/>
          <p:nvPr/>
        </p:nvSpPr>
        <p:spPr>
          <a:xfrm>
            <a:off x="915000" y="2826925"/>
            <a:ext cx="22050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quis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nostrud exercitation ullamco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laboris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nisi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ut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aliquip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ex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ea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commodo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consequat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 </a:t>
            </a:r>
            <a:endParaRPr sz="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1241" name="Google Shape;1241;p51"/>
          <p:cNvSpPr/>
          <p:nvPr/>
        </p:nvSpPr>
        <p:spPr>
          <a:xfrm>
            <a:off x="915012" y="2173125"/>
            <a:ext cx="445500" cy="194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Geist Light" pitchFamily="2" charset="77"/>
                <a:ea typeface="Geist Light" pitchFamily="2" charset="77"/>
                <a:cs typeface="Geist Light" pitchFamily="2" charset="77"/>
                <a:sym typeface="Geist Light"/>
              </a:rPr>
              <a:t>2023</a:t>
            </a:r>
            <a:endParaRPr sz="1200">
              <a:latin typeface="Geist Light" pitchFamily="2" charset="77"/>
              <a:ea typeface="Geist Light" pitchFamily="2" charset="77"/>
              <a:cs typeface="Geist Light" pitchFamily="2" charset="77"/>
              <a:sym typeface="Geist Light"/>
            </a:endParaRPr>
          </a:p>
        </p:txBody>
      </p:sp>
      <p:sp>
        <p:nvSpPr>
          <p:cNvPr id="1242" name="Google Shape;1242;p51"/>
          <p:cNvSpPr/>
          <p:nvPr/>
        </p:nvSpPr>
        <p:spPr>
          <a:xfrm>
            <a:off x="3846012" y="2535075"/>
            <a:ext cx="73500" cy="732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243" name="Google Shape;1243;p51"/>
          <p:cNvSpPr txBox="1"/>
          <p:nvPr/>
        </p:nvSpPr>
        <p:spPr>
          <a:xfrm>
            <a:off x="3846000" y="2826925"/>
            <a:ext cx="22050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quis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nostrud exercitation ullamco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laboris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nisi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ut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aliquip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ex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ea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commodo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consequat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 </a:t>
            </a:r>
            <a:endParaRPr sz="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1244" name="Google Shape;1244;p51"/>
          <p:cNvSpPr/>
          <p:nvPr/>
        </p:nvSpPr>
        <p:spPr>
          <a:xfrm>
            <a:off x="3846012" y="2173125"/>
            <a:ext cx="445500" cy="194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Geist Light" pitchFamily="2" charset="77"/>
                <a:ea typeface="Geist Light" pitchFamily="2" charset="77"/>
                <a:cs typeface="Geist Light" pitchFamily="2" charset="77"/>
                <a:sym typeface="Geist Light"/>
              </a:rPr>
              <a:t>2024</a:t>
            </a:r>
            <a:endParaRPr sz="1200">
              <a:latin typeface="Geist Light" pitchFamily="2" charset="77"/>
              <a:ea typeface="Geist Light" pitchFamily="2" charset="77"/>
              <a:cs typeface="Geist Light" pitchFamily="2" charset="77"/>
              <a:sym typeface="Geist Light"/>
            </a:endParaRPr>
          </a:p>
        </p:txBody>
      </p:sp>
      <p:sp>
        <p:nvSpPr>
          <p:cNvPr id="1245" name="Google Shape;1245;p51"/>
          <p:cNvSpPr/>
          <p:nvPr/>
        </p:nvSpPr>
        <p:spPr>
          <a:xfrm>
            <a:off x="6795012" y="2535075"/>
            <a:ext cx="73500" cy="732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246" name="Google Shape;1246;p51"/>
          <p:cNvSpPr txBox="1"/>
          <p:nvPr/>
        </p:nvSpPr>
        <p:spPr>
          <a:xfrm>
            <a:off x="6795000" y="2826925"/>
            <a:ext cx="22050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quis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nostrud exercitation ullamco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laboris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nisi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ut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aliquip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ex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ea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commodo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consequat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 </a:t>
            </a:r>
            <a:endParaRPr sz="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1247" name="Google Shape;1247;p51"/>
          <p:cNvSpPr/>
          <p:nvPr/>
        </p:nvSpPr>
        <p:spPr>
          <a:xfrm>
            <a:off x="6795012" y="2173125"/>
            <a:ext cx="445500" cy="194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Geist Light" pitchFamily="2" charset="77"/>
                <a:ea typeface="Geist Light" pitchFamily="2" charset="77"/>
                <a:cs typeface="Geist Light" pitchFamily="2" charset="77"/>
                <a:sym typeface="Geist Light"/>
              </a:rPr>
              <a:t>2025</a:t>
            </a:r>
            <a:endParaRPr sz="1200">
              <a:latin typeface="Geist Light" pitchFamily="2" charset="77"/>
              <a:ea typeface="Geist Light" pitchFamily="2" charset="77"/>
              <a:cs typeface="Geist Light" pitchFamily="2" charset="77"/>
              <a:sym typeface="Geist Light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D3F2057-39F5-16E3-0BB9-7498CCD39D51}"/>
              </a:ext>
            </a:extLst>
          </p:cNvPr>
          <p:cNvSpPr txBox="1"/>
          <p:nvPr/>
        </p:nvSpPr>
        <p:spPr>
          <a:xfrm>
            <a:off x="91924" y="183848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/>
          </a:p>
        </p:txBody>
      </p:sp>
      <p:sp>
        <p:nvSpPr>
          <p:cNvPr id="5" name="Google Shape;185;p9">
            <a:extLst>
              <a:ext uri="{FF2B5EF4-FFF2-40B4-BE49-F238E27FC236}">
                <a16:creationId xmlns:a16="http://schemas.microsoft.com/office/drawing/2014/main" id="{462198C6-3C77-D28C-8089-969AD8D26041}"/>
              </a:ext>
            </a:extLst>
          </p:cNvPr>
          <p:cNvSpPr txBox="1"/>
          <p:nvPr/>
        </p:nvSpPr>
        <p:spPr>
          <a:xfrm>
            <a:off x="313765" y="165425"/>
            <a:ext cx="7235722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Lorem ipsum dolor sit </a:t>
            </a:r>
            <a:b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</a:br>
            <a: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amet </a:t>
            </a:r>
            <a:r>
              <a:rPr lang="fr" sz="24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consectetur</a:t>
            </a:r>
            <a:endParaRPr sz="2300">
              <a:solidFill>
                <a:schemeClr val="dk1"/>
              </a:solidFill>
              <a:latin typeface="Ufficio 300" pitchFamily="2" charset="0"/>
              <a:ea typeface="Geist"/>
              <a:cs typeface="Geist"/>
              <a:sym typeface="Geist"/>
            </a:endParaRPr>
          </a:p>
        </p:txBody>
      </p:sp>
      <p:sp>
        <p:nvSpPr>
          <p:cNvPr id="6" name="Google Shape;135;p7">
            <a:extLst>
              <a:ext uri="{FF2B5EF4-FFF2-40B4-BE49-F238E27FC236}">
                <a16:creationId xmlns:a16="http://schemas.microsoft.com/office/drawing/2014/main" id="{7ED389CC-D5DD-3AC4-831A-81A0A033FF20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tx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47</a:t>
            </a:fld>
            <a:endParaRPr lang="fr" sz="1000">
              <a:solidFill>
                <a:schemeClr val="tx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61" name="Google Shape;1261;p52"/>
          <p:cNvCxnSpPr/>
          <p:nvPr/>
        </p:nvCxnSpPr>
        <p:spPr>
          <a:xfrm rot="10800000">
            <a:off x="0" y="2571738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2" name="Google Shape;1262;p52"/>
          <p:cNvSpPr/>
          <p:nvPr/>
        </p:nvSpPr>
        <p:spPr>
          <a:xfrm>
            <a:off x="393312" y="2535075"/>
            <a:ext cx="73500" cy="732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263" name="Google Shape;1263;p52"/>
          <p:cNvSpPr txBox="1"/>
          <p:nvPr/>
        </p:nvSpPr>
        <p:spPr>
          <a:xfrm>
            <a:off x="393300" y="2826925"/>
            <a:ext cx="12567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quis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nostrud exercitation ullamco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laboris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nisi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ut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aliquip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ex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ea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commodo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consequat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 </a:t>
            </a:r>
            <a:endParaRPr sz="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1264" name="Google Shape;1264;p52"/>
          <p:cNvSpPr/>
          <p:nvPr/>
        </p:nvSpPr>
        <p:spPr>
          <a:xfrm>
            <a:off x="393312" y="2173125"/>
            <a:ext cx="445500" cy="194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Geist Light" pitchFamily="2" charset="77"/>
                <a:ea typeface="Geist Light" pitchFamily="2" charset="77"/>
                <a:cs typeface="Geist Light" pitchFamily="2" charset="77"/>
                <a:sym typeface="Geist Light"/>
              </a:rPr>
              <a:t>2024</a:t>
            </a:r>
            <a:endParaRPr sz="1200">
              <a:latin typeface="Geist Light" pitchFamily="2" charset="77"/>
              <a:ea typeface="Geist Light" pitchFamily="2" charset="77"/>
              <a:cs typeface="Geist Light" pitchFamily="2" charset="77"/>
              <a:sym typeface="Geist Light"/>
            </a:endParaRPr>
          </a:p>
        </p:txBody>
      </p:sp>
      <p:sp>
        <p:nvSpPr>
          <p:cNvPr id="1265" name="Google Shape;1265;p52"/>
          <p:cNvSpPr/>
          <p:nvPr/>
        </p:nvSpPr>
        <p:spPr>
          <a:xfrm>
            <a:off x="7530012" y="2535075"/>
            <a:ext cx="73500" cy="732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266" name="Google Shape;1266;p52"/>
          <p:cNvSpPr txBox="1"/>
          <p:nvPr/>
        </p:nvSpPr>
        <p:spPr>
          <a:xfrm>
            <a:off x="7530000" y="2826925"/>
            <a:ext cx="12567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quis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nostrud exercitation ullamco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laboris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nisi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ut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aliquip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ex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ea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commodo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consequat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 </a:t>
            </a:r>
            <a:endParaRPr sz="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1267" name="Google Shape;1267;p52"/>
          <p:cNvSpPr/>
          <p:nvPr/>
        </p:nvSpPr>
        <p:spPr>
          <a:xfrm>
            <a:off x="7530012" y="2173125"/>
            <a:ext cx="445500" cy="194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Geist Light" pitchFamily="2" charset="77"/>
                <a:ea typeface="Geist Light" pitchFamily="2" charset="77"/>
                <a:cs typeface="Geist Light" pitchFamily="2" charset="77"/>
                <a:sym typeface="Geist Light"/>
              </a:rPr>
              <a:t>2027</a:t>
            </a:r>
            <a:endParaRPr sz="1200">
              <a:latin typeface="Geist Light" pitchFamily="2" charset="77"/>
              <a:ea typeface="Geist Light" pitchFamily="2" charset="77"/>
              <a:cs typeface="Geist Light" pitchFamily="2" charset="77"/>
              <a:sym typeface="Geist Light"/>
            </a:endParaRPr>
          </a:p>
        </p:txBody>
      </p:sp>
      <p:sp>
        <p:nvSpPr>
          <p:cNvPr id="1268" name="Google Shape;1268;p52"/>
          <p:cNvSpPr/>
          <p:nvPr/>
        </p:nvSpPr>
        <p:spPr>
          <a:xfrm>
            <a:off x="2790612" y="2535075"/>
            <a:ext cx="73500" cy="732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269" name="Google Shape;1269;p52"/>
          <p:cNvSpPr txBox="1"/>
          <p:nvPr/>
        </p:nvSpPr>
        <p:spPr>
          <a:xfrm>
            <a:off x="2790600" y="2826925"/>
            <a:ext cx="12567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quis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nostrud exercitation ullamco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laboris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nisi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ut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aliquip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ex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ea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commodo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consequat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 </a:t>
            </a:r>
            <a:endParaRPr sz="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1270" name="Google Shape;1270;p52"/>
          <p:cNvSpPr/>
          <p:nvPr/>
        </p:nvSpPr>
        <p:spPr>
          <a:xfrm>
            <a:off x="2790612" y="2173125"/>
            <a:ext cx="445500" cy="194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Geist Light" pitchFamily="2" charset="77"/>
                <a:ea typeface="Geist Light" pitchFamily="2" charset="77"/>
                <a:cs typeface="Geist Light" pitchFamily="2" charset="77"/>
                <a:sym typeface="Geist Light"/>
              </a:rPr>
              <a:t>2025</a:t>
            </a:r>
            <a:endParaRPr sz="1200">
              <a:latin typeface="Geist Light" pitchFamily="2" charset="77"/>
              <a:ea typeface="Geist Light" pitchFamily="2" charset="77"/>
              <a:cs typeface="Geist Light" pitchFamily="2" charset="77"/>
              <a:sym typeface="Geist Light"/>
            </a:endParaRPr>
          </a:p>
        </p:txBody>
      </p:sp>
      <p:sp>
        <p:nvSpPr>
          <p:cNvPr id="1271" name="Google Shape;1271;p52"/>
          <p:cNvSpPr/>
          <p:nvPr/>
        </p:nvSpPr>
        <p:spPr>
          <a:xfrm>
            <a:off x="5187912" y="2535075"/>
            <a:ext cx="73500" cy="732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272" name="Google Shape;1272;p52"/>
          <p:cNvSpPr txBox="1"/>
          <p:nvPr/>
        </p:nvSpPr>
        <p:spPr>
          <a:xfrm>
            <a:off x="5187900" y="2826925"/>
            <a:ext cx="12567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quis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nostrud exercitation ullamco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laboris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nisi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ut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aliquip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ex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ea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commodo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consequat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 </a:t>
            </a:r>
            <a:endParaRPr sz="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1273" name="Google Shape;1273;p52"/>
          <p:cNvSpPr/>
          <p:nvPr/>
        </p:nvSpPr>
        <p:spPr>
          <a:xfrm>
            <a:off x="5187912" y="2173125"/>
            <a:ext cx="445500" cy="194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Geist Light" pitchFamily="2" charset="77"/>
                <a:ea typeface="Geist Light" pitchFamily="2" charset="77"/>
                <a:cs typeface="Geist Light" pitchFamily="2" charset="77"/>
                <a:sym typeface="Geist Light"/>
              </a:rPr>
              <a:t>2026</a:t>
            </a:r>
            <a:endParaRPr sz="1200">
              <a:latin typeface="Geist Light" pitchFamily="2" charset="77"/>
              <a:ea typeface="Geist Light" pitchFamily="2" charset="77"/>
              <a:cs typeface="Geist Light" pitchFamily="2" charset="77"/>
              <a:sym typeface="Geist Light"/>
            </a:endParaRPr>
          </a:p>
        </p:txBody>
      </p:sp>
      <p:sp>
        <p:nvSpPr>
          <p:cNvPr id="4" name="Google Shape;185;p9">
            <a:extLst>
              <a:ext uri="{FF2B5EF4-FFF2-40B4-BE49-F238E27FC236}">
                <a16:creationId xmlns:a16="http://schemas.microsoft.com/office/drawing/2014/main" id="{65C5EA79-C14D-0A1C-D7F3-4A0DC33EB0EC}"/>
              </a:ext>
            </a:extLst>
          </p:cNvPr>
          <p:cNvSpPr txBox="1"/>
          <p:nvPr/>
        </p:nvSpPr>
        <p:spPr>
          <a:xfrm>
            <a:off x="313765" y="165425"/>
            <a:ext cx="7235722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Lorem ipsum dolor sit </a:t>
            </a:r>
            <a:b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</a:br>
            <a: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amet </a:t>
            </a:r>
            <a:r>
              <a:rPr lang="fr" sz="24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consectetur</a:t>
            </a:r>
            <a:endParaRPr sz="2300">
              <a:solidFill>
                <a:schemeClr val="dk1"/>
              </a:solidFill>
              <a:latin typeface="Ufficio 300" pitchFamily="2" charset="0"/>
              <a:ea typeface="Geist"/>
              <a:cs typeface="Geist"/>
              <a:sym typeface="Geist"/>
            </a:endParaRPr>
          </a:p>
        </p:txBody>
      </p:sp>
      <p:sp>
        <p:nvSpPr>
          <p:cNvPr id="5" name="Google Shape;135;p7">
            <a:extLst>
              <a:ext uri="{FF2B5EF4-FFF2-40B4-BE49-F238E27FC236}">
                <a16:creationId xmlns:a16="http://schemas.microsoft.com/office/drawing/2014/main" id="{30C8537D-3675-D17C-C071-25ADA8153A78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tx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48</a:t>
            </a:fld>
            <a:endParaRPr lang="fr" sz="1000">
              <a:solidFill>
                <a:schemeClr val="tx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466265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87" name="Google Shape;1287;p53"/>
          <p:cNvCxnSpPr/>
          <p:nvPr/>
        </p:nvCxnSpPr>
        <p:spPr>
          <a:xfrm rot="10800000">
            <a:off x="0" y="2760923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88" name="Google Shape;1288;p53"/>
          <p:cNvSpPr/>
          <p:nvPr/>
        </p:nvSpPr>
        <p:spPr>
          <a:xfrm>
            <a:off x="393312" y="2724260"/>
            <a:ext cx="73500" cy="732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289" name="Google Shape;1289;p53"/>
          <p:cNvSpPr txBox="1"/>
          <p:nvPr/>
        </p:nvSpPr>
        <p:spPr>
          <a:xfrm>
            <a:off x="393300" y="3016110"/>
            <a:ext cx="12567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quis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nostrud exercitation ullamco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laboris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nisi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ut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aliquip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ex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ea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commodo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consequat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 </a:t>
            </a:r>
            <a:endParaRPr sz="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1290" name="Google Shape;1290;p53"/>
          <p:cNvSpPr/>
          <p:nvPr/>
        </p:nvSpPr>
        <p:spPr>
          <a:xfrm>
            <a:off x="393312" y="2362310"/>
            <a:ext cx="445500" cy="194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Geist Light" pitchFamily="2" charset="77"/>
                <a:ea typeface="Geist Light" pitchFamily="2" charset="77"/>
                <a:cs typeface="Geist Light" pitchFamily="2" charset="77"/>
                <a:sym typeface="Geist Light"/>
              </a:rPr>
              <a:t>2023</a:t>
            </a:r>
            <a:endParaRPr sz="1200">
              <a:latin typeface="Geist Light" pitchFamily="2" charset="77"/>
              <a:ea typeface="Geist Light" pitchFamily="2" charset="77"/>
              <a:cs typeface="Geist Light" pitchFamily="2" charset="77"/>
              <a:sym typeface="Geist Light"/>
            </a:endParaRPr>
          </a:p>
        </p:txBody>
      </p:sp>
      <p:sp>
        <p:nvSpPr>
          <p:cNvPr id="1291" name="Google Shape;1291;p53"/>
          <p:cNvSpPr/>
          <p:nvPr/>
        </p:nvSpPr>
        <p:spPr>
          <a:xfrm>
            <a:off x="2168487" y="2724260"/>
            <a:ext cx="73500" cy="732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292" name="Google Shape;1292;p53"/>
          <p:cNvSpPr txBox="1"/>
          <p:nvPr/>
        </p:nvSpPr>
        <p:spPr>
          <a:xfrm>
            <a:off x="2168475" y="3016110"/>
            <a:ext cx="12567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quis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nostrud exercitation ullamco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laboris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nisi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ut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aliquip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ex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ea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commodo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consequat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 </a:t>
            </a:r>
            <a:endParaRPr sz="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1293" name="Google Shape;1293;p53"/>
          <p:cNvSpPr/>
          <p:nvPr/>
        </p:nvSpPr>
        <p:spPr>
          <a:xfrm>
            <a:off x="2168487" y="2362310"/>
            <a:ext cx="445500" cy="194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Geist Light" pitchFamily="2" charset="77"/>
                <a:ea typeface="Geist Light" pitchFamily="2" charset="77"/>
                <a:cs typeface="Geist Light" pitchFamily="2" charset="77"/>
                <a:sym typeface="Geist Light"/>
              </a:rPr>
              <a:t>2024</a:t>
            </a:r>
            <a:endParaRPr sz="1200">
              <a:latin typeface="Geist Light" pitchFamily="2" charset="77"/>
              <a:ea typeface="Geist Light" pitchFamily="2" charset="77"/>
              <a:cs typeface="Geist Light" pitchFamily="2" charset="77"/>
              <a:sym typeface="Geist Light"/>
            </a:endParaRPr>
          </a:p>
        </p:txBody>
      </p:sp>
      <p:sp>
        <p:nvSpPr>
          <p:cNvPr id="1294" name="Google Shape;1294;p53"/>
          <p:cNvSpPr/>
          <p:nvPr/>
        </p:nvSpPr>
        <p:spPr>
          <a:xfrm>
            <a:off x="3943662" y="2724260"/>
            <a:ext cx="73500" cy="732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295" name="Google Shape;1295;p53"/>
          <p:cNvSpPr txBox="1"/>
          <p:nvPr/>
        </p:nvSpPr>
        <p:spPr>
          <a:xfrm>
            <a:off x="3943650" y="3016110"/>
            <a:ext cx="12567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quis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nostrud exercitation ullamco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laboris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nisi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ut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aliquip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ex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ea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commodo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consequat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 </a:t>
            </a:r>
            <a:endParaRPr sz="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1296" name="Google Shape;1296;p53"/>
          <p:cNvSpPr/>
          <p:nvPr/>
        </p:nvSpPr>
        <p:spPr>
          <a:xfrm>
            <a:off x="3943662" y="2362310"/>
            <a:ext cx="445500" cy="194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Geist Light" pitchFamily="2" charset="77"/>
                <a:ea typeface="Geist Light" pitchFamily="2" charset="77"/>
                <a:cs typeface="Geist Light" pitchFamily="2" charset="77"/>
                <a:sym typeface="Geist Light"/>
              </a:rPr>
              <a:t>2025</a:t>
            </a:r>
            <a:endParaRPr sz="1200">
              <a:latin typeface="Geist Light" pitchFamily="2" charset="77"/>
              <a:ea typeface="Geist Light" pitchFamily="2" charset="77"/>
              <a:cs typeface="Geist Light" pitchFamily="2" charset="77"/>
              <a:sym typeface="Geist Light"/>
            </a:endParaRPr>
          </a:p>
        </p:txBody>
      </p:sp>
      <p:sp>
        <p:nvSpPr>
          <p:cNvPr id="1297" name="Google Shape;1297;p53"/>
          <p:cNvSpPr/>
          <p:nvPr/>
        </p:nvSpPr>
        <p:spPr>
          <a:xfrm>
            <a:off x="5736837" y="2724260"/>
            <a:ext cx="73500" cy="732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298" name="Google Shape;1298;p53"/>
          <p:cNvSpPr txBox="1"/>
          <p:nvPr/>
        </p:nvSpPr>
        <p:spPr>
          <a:xfrm>
            <a:off x="5736825" y="3016110"/>
            <a:ext cx="12567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quis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nostrud exercitation ullamco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laboris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nisi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ut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aliquip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ex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ea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commodo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consequat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 </a:t>
            </a:r>
            <a:endParaRPr sz="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1299" name="Google Shape;1299;p53"/>
          <p:cNvSpPr/>
          <p:nvPr/>
        </p:nvSpPr>
        <p:spPr>
          <a:xfrm>
            <a:off x="5736837" y="2362310"/>
            <a:ext cx="445500" cy="194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Geist Light" pitchFamily="2" charset="77"/>
                <a:ea typeface="Geist Light" pitchFamily="2" charset="77"/>
                <a:cs typeface="Geist Light" pitchFamily="2" charset="77"/>
                <a:sym typeface="Geist Light"/>
              </a:rPr>
              <a:t>2026</a:t>
            </a:r>
            <a:endParaRPr sz="1200">
              <a:latin typeface="Geist Light" pitchFamily="2" charset="77"/>
              <a:ea typeface="Geist Light" pitchFamily="2" charset="77"/>
              <a:cs typeface="Geist Light" pitchFamily="2" charset="77"/>
              <a:sym typeface="Geist Light"/>
            </a:endParaRPr>
          </a:p>
        </p:txBody>
      </p:sp>
      <p:sp>
        <p:nvSpPr>
          <p:cNvPr id="1300" name="Google Shape;1300;p53"/>
          <p:cNvSpPr/>
          <p:nvPr/>
        </p:nvSpPr>
        <p:spPr>
          <a:xfrm>
            <a:off x="7530012" y="2724260"/>
            <a:ext cx="73500" cy="732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301" name="Google Shape;1301;p53"/>
          <p:cNvSpPr txBox="1"/>
          <p:nvPr/>
        </p:nvSpPr>
        <p:spPr>
          <a:xfrm>
            <a:off x="7530000" y="3016110"/>
            <a:ext cx="12567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quis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nostrud exercitation ullamco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laboris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nisi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ut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aliquip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ex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ea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commodo </a:t>
            </a:r>
            <a:r>
              <a:rPr lang="fr" sz="8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consequat</a:t>
            </a:r>
            <a:r>
              <a:rPr lang="fr" sz="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 </a:t>
            </a:r>
            <a:endParaRPr sz="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1302" name="Google Shape;1302;p53"/>
          <p:cNvSpPr/>
          <p:nvPr/>
        </p:nvSpPr>
        <p:spPr>
          <a:xfrm>
            <a:off x="7530012" y="2362310"/>
            <a:ext cx="445500" cy="194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Geist Light" pitchFamily="2" charset="77"/>
                <a:ea typeface="Geist Light" pitchFamily="2" charset="77"/>
                <a:cs typeface="Geist Light" pitchFamily="2" charset="77"/>
                <a:sym typeface="Geist Light"/>
              </a:rPr>
              <a:t>2027</a:t>
            </a:r>
            <a:endParaRPr sz="1200">
              <a:latin typeface="Geist Light" pitchFamily="2" charset="77"/>
              <a:ea typeface="Geist Light" pitchFamily="2" charset="77"/>
              <a:cs typeface="Geist Light" pitchFamily="2" charset="77"/>
              <a:sym typeface="Geist Light"/>
            </a:endParaRPr>
          </a:p>
        </p:txBody>
      </p:sp>
      <p:sp>
        <p:nvSpPr>
          <p:cNvPr id="4" name="Google Shape;185;p9">
            <a:extLst>
              <a:ext uri="{FF2B5EF4-FFF2-40B4-BE49-F238E27FC236}">
                <a16:creationId xmlns:a16="http://schemas.microsoft.com/office/drawing/2014/main" id="{01FC9899-D610-2E9D-4459-CD6029150AF2}"/>
              </a:ext>
            </a:extLst>
          </p:cNvPr>
          <p:cNvSpPr txBox="1"/>
          <p:nvPr/>
        </p:nvSpPr>
        <p:spPr>
          <a:xfrm>
            <a:off x="313765" y="165425"/>
            <a:ext cx="7235722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Lorem ipsum dolor sit </a:t>
            </a:r>
            <a:b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</a:br>
            <a: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amet </a:t>
            </a:r>
            <a:r>
              <a:rPr lang="fr" sz="24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consectetur</a:t>
            </a:r>
            <a:endParaRPr sz="2300">
              <a:solidFill>
                <a:schemeClr val="dk1"/>
              </a:solidFill>
              <a:latin typeface="Ufficio 300" pitchFamily="2" charset="0"/>
              <a:ea typeface="Geist"/>
              <a:cs typeface="Geist"/>
              <a:sym typeface="Geist"/>
            </a:endParaRPr>
          </a:p>
        </p:txBody>
      </p:sp>
      <p:sp>
        <p:nvSpPr>
          <p:cNvPr id="6" name="Google Shape;135;p7">
            <a:extLst>
              <a:ext uri="{FF2B5EF4-FFF2-40B4-BE49-F238E27FC236}">
                <a16:creationId xmlns:a16="http://schemas.microsoft.com/office/drawing/2014/main" id="{3B3B63F3-BC39-6ECF-0C4B-6B675F59EAE9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tx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49</a:t>
            </a:fld>
            <a:endParaRPr lang="fr" sz="1000">
              <a:solidFill>
                <a:schemeClr val="tx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CA8E7815-6DCD-7DA1-28C8-FD04B23C806B}"/>
              </a:ext>
            </a:extLst>
          </p:cNvPr>
          <p:cNvCxnSpPr>
            <a:cxnSpLocks/>
          </p:cNvCxnSpPr>
          <p:nvPr/>
        </p:nvCxnSpPr>
        <p:spPr>
          <a:xfrm>
            <a:off x="5348592" y="2279441"/>
            <a:ext cx="313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 8">
            <a:extLst>
              <a:ext uri="{FF2B5EF4-FFF2-40B4-BE49-F238E27FC236}">
                <a16:creationId xmlns:a16="http://schemas.microsoft.com/office/drawing/2014/main" id="{F66ACFBA-362C-1873-7B0E-55D3D0A640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7394"/>
          <a:stretch>
            <a:fillRect/>
          </a:stretch>
        </p:blipFill>
        <p:spPr>
          <a:xfrm>
            <a:off x="-604" y="1063078"/>
            <a:ext cx="9144000" cy="767564"/>
          </a:xfrm>
          <a:prstGeom prst="rect">
            <a:avLst/>
          </a:prstGeom>
        </p:spPr>
      </p:pic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18A63DE7-4698-A20E-2396-FD2A562E54FC}"/>
              </a:ext>
            </a:extLst>
          </p:cNvPr>
          <p:cNvCxnSpPr>
            <a:cxnSpLocks/>
          </p:cNvCxnSpPr>
          <p:nvPr/>
        </p:nvCxnSpPr>
        <p:spPr>
          <a:xfrm flipV="1">
            <a:off x="0" y="106308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1863555C-9BD2-8375-2E77-50508277E351}"/>
              </a:ext>
            </a:extLst>
          </p:cNvPr>
          <p:cNvCxnSpPr>
            <a:cxnSpLocks/>
          </p:cNvCxnSpPr>
          <p:nvPr/>
        </p:nvCxnSpPr>
        <p:spPr>
          <a:xfrm flipV="1">
            <a:off x="-604" y="1833184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786579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2A3BD-20CB-03B4-A1CA-5E509A5B2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73A88620-2938-54BC-46B3-18DB52ABD122}"/>
              </a:ext>
            </a:extLst>
          </p:cNvPr>
          <p:cNvSpPr/>
          <p:nvPr/>
        </p:nvSpPr>
        <p:spPr>
          <a:xfrm>
            <a:off x="419100" y="1483413"/>
            <a:ext cx="2760040" cy="1905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r>
              <a:rPr lang="en-US" sz="1050">
                <a:solidFill>
                  <a:srgbClr val="161616"/>
                </a:solidFill>
                <a:latin typeface="Geist" pitchFamily="2" charset="77"/>
                <a:ea typeface="Geist" pitchFamily="2" charset="77"/>
                <a:cs typeface="Geist" pitchFamily="2" charset="77"/>
              </a:rPr>
              <a:t>To do</a:t>
            </a:r>
            <a:endParaRPr lang="en-US" sz="1050">
              <a:latin typeface="Geist" pitchFamily="2" charset="77"/>
              <a:ea typeface="Geist" pitchFamily="2" charset="77"/>
              <a:cs typeface="Geist" pitchFamily="2" charset="77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86C2B59-3F89-D710-31E5-6CD0822C3E89}"/>
              </a:ext>
            </a:extLst>
          </p:cNvPr>
          <p:cNvSpPr/>
          <p:nvPr/>
        </p:nvSpPr>
        <p:spPr>
          <a:xfrm>
            <a:off x="419100" y="1797738"/>
            <a:ext cx="2679651" cy="381000"/>
          </a:xfrm>
          <a:prstGeom prst="rect">
            <a:avLst/>
          </a:prstGeom>
          <a:solidFill>
            <a:srgbClr val="D5D3C4"/>
          </a:solidFill>
          <a:ln/>
        </p:spPr>
        <p:txBody>
          <a:bodyPr/>
          <a:lstStyle/>
          <a:p>
            <a:endParaRPr lang="fr-FR" sz="7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21785ED-47C7-90E1-64B8-29D301193DB0}"/>
              </a:ext>
            </a:extLst>
          </p:cNvPr>
          <p:cNvSpPr/>
          <p:nvPr/>
        </p:nvSpPr>
        <p:spPr>
          <a:xfrm>
            <a:off x="533400" y="1912038"/>
            <a:ext cx="2531440" cy="171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1013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Task example</a:t>
            </a:r>
            <a:endParaRPr lang="en-US" sz="1013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D021C14-4032-9580-A45D-9E1CCA0C004B}"/>
              </a:ext>
            </a:extLst>
          </p:cNvPr>
          <p:cNvSpPr/>
          <p:nvPr/>
        </p:nvSpPr>
        <p:spPr>
          <a:xfrm>
            <a:off x="419100" y="2254938"/>
            <a:ext cx="2679651" cy="381000"/>
          </a:xfrm>
          <a:prstGeom prst="rect">
            <a:avLst/>
          </a:prstGeom>
          <a:solidFill>
            <a:srgbClr val="D5D3C4"/>
          </a:solidFill>
          <a:ln/>
        </p:spPr>
        <p:txBody>
          <a:bodyPr/>
          <a:lstStyle/>
          <a:p>
            <a:endParaRPr lang="fr-FR" sz="7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D5048FB-EDAF-6E80-2FE1-BC151EC3682D}"/>
              </a:ext>
            </a:extLst>
          </p:cNvPr>
          <p:cNvSpPr/>
          <p:nvPr/>
        </p:nvSpPr>
        <p:spPr>
          <a:xfrm>
            <a:off x="533400" y="2369238"/>
            <a:ext cx="2531440" cy="171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1013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Task example</a:t>
            </a:r>
            <a:endParaRPr lang="en-US" sz="1013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C12DF53-D609-92EB-08A9-2F160579A98B}"/>
              </a:ext>
            </a:extLst>
          </p:cNvPr>
          <p:cNvSpPr/>
          <p:nvPr/>
        </p:nvSpPr>
        <p:spPr>
          <a:xfrm>
            <a:off x="419100" y="2712138"/>
            <a:ext cx="2679651" cy="381000"/>
          </a:xfrm>
          <a:prstGeom prst="rect">
            <a:avLst/>
          </a:prstGeom>
          <a:solidFill>
            <a:srgbClr val="D5D3C4"/>
          </a:solidFill>
          <a:ln/>
        </p:spPr>
        <p:txBody>
          <a:bodyPr/>
          <a:lstStyle/>
          <a:p>
            <a:endParaRPr lang="fr-FR" sz="7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ECB8797-9B7B-19F3-FCB6-D928E34BF483}"/>
              </a:ext>
            </a:extLst>
          </p:cNvPr>
          <p:cNvSpPr/>
          <p:nvPr/>
        </p:nvSpPr>
        <p:spPr>
          <a:xfrm>
            <a:off x="533400" y="2826438"/>
            <a:ext cx="2531440" cy="171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1013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Task example</a:t>
            </a:r>
            <a:endParaRPr lang="en-US" sz="1013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1EF2C63-FB6D-F460-2FAE-EA1C00E604A4}"/>
              </a:ext>
            </a:extLst>
          </p:cNvPr>
          <p:cNvSpPr/>
          <p:nvPr/>
        </p:nvSpPr>
        <p:spPr>
          <a:xfrm>
            <a:off x="3232101" y="1483413"/>
            <a:ext cx="2760117" cy="1905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r>
              <a:rPr lang="en-US" sz="1050">
                <a:solidFill>
                  <a:srgbClr val="161616"/>
                </a:solidFill>
                <a:latin typeface="Geist" pitchFamily="2" charset="77"/>
                <a:ea typeface="Geist" pitchFamily="2" charset="77"/>
                <a:cs typeface="Geist" pitchFamily="2" charset="77"/>
              </a:rPr>
              <a:t>In progress</a:t>
            </a:r>
            <a:endParaRPr lang="en-US" sz="1050">
              <a:latin typeface="Geist" pitchFamily="2" charset="77"/>
              <a:ea typeface="Geist" pitchFamily="2" charset="77"/>
              <a:cs typeface="Geist" pitchFamily="2" charset="77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B89CD46-0340-0CF2-625B-D344806487DE}"/>
              </a:ext>
            </a:extLst>
          </p:cNvPr>
          <p:cNvSpPr/>
          <p:nvPr/>
        </p:nvSpPr>
        <p:spPr>
          <a:xfrm>
            <a:off x="3232101" y="1797738"/>
            <a:ext cx="2679725" cy="381000"/>
          </a:xfrm>
          <a:prstGeom prst="rect">
            <a:avLst/>
          </a:prstGeom>
          <a:solidFill>
            <a:srgbClr val="D5D3C4"/>
          </a:solidFill>
          <a:ln/>
        </p:spPr>
        <p:txBody>
          <a:bodyPr/>
          <a:lstStyle/>
          <a:p>
            <a:endParaRPr lang="fr-FR" sz="7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EA23D62-70E5-5F6C-B499-731A304A3A09}"/>
              </a:ext>
            </a:extLst>
          </p:cNvPr>
          <p:cNvSpPr/>
          <p:nvPr/>
        </p:nvSpPr>
        <p:spPr>
          <a:xfrm>
            <a:off x="3346401" y="1912038"/>
            <a:ext cx="2531517" cy="171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1013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Task example</a:t>
            </a:r>
            <a:endParaRPr lang="en-US" sz="1013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9198AF4-1305-15AE-A72F-EBE90B1EAF27}"/>
              </a:ext>
            </a:extLst>
          </p:cNvPr>
          <p:cNvSpPr/>
          <p:nvPr/>
        </p:nvSpPr>
        <p:spPr>
          <a:xfrm>
            <a:off x="3232101" y="2254938"/>
            <a:ext cx="2679725" cy="381000"/>
          </a:xfrm>
          <a:prstGeom prst="rect">
            <a:avLst/>
          </a:prstGeom>
          <a:solidFill>
            <a:srgbClr val="D5D3C4"/>
          </a:solidFill>
          <a:ln/>
        </p:spPr>
        <p:txBody>
          <a:bodyPr/>
          <a:lstStyle/>
          <a:p>
            <a:endParaRPr lang="fr-FR" sz="7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15C6A3F-C98F-343E-415A-C8C8D2752406}"/>
              </a:ext>
            </a:extLst>
          </p:cNvPr>
          <p:cNvSpPr/>
          <p:nvPr/>
        </p:nvSpPr>
        <p:spPr>
          <a:xfrm>
            <a:off x="3346401" y="2369238"/>
            <a:ext cx="2531517" cy="171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1013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Task example</a:t>
            </a:r>
            <a:endParaRPr lang="en-US" sz="1013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57FAB52-0A8A-BE9C-F05C-2917DBEA17FF}"/>
              </a:ext>
            </a:extLst>
          </p:cNvPr>
          <p:cNvSpPr/>
          <p:nvPr/>
        </p:nvSpPr>
        <p:spPr>
          <a:xfrm>
            <a:off x="6045175" y="1483413"/>
            <a:ext cx="2760040" cy="1905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r>
              <a:rPr lang="en-US" sz="1050">
                <a:solidFill>
                  <a:srgbClr val="161616"/>
                </a:solidFill>
                <a:latin typeface="Geist" pitchFamily="2" charset="77"/>
                <a:ea typeface="Geist" pitchFamily="2" charset="77"/>
                <a:cs typeface="Geist" pitchFamily="2" charset="77"/>
              </a:rPr>
              <a:t>Done</a:t>
            </a:r>
            <a:endParaRPr lang="en-US" sz="1050">
              <a:latin typeface="Geist" pitchFamily="2" charset="77"/>
              <a:ea typeface="Geist" pitchFamily="2" charset="77"/>
              <a:cs typeface="Geist" pitchFamily="2" charset="77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B65F2A1-F51D-2569-C9AF-78FA5A5B0419}"/>
              </a:ext>
            </a:extLst>
          </p:cNvPr>
          <p:cNvSpPr/>
          <p:nvPr/>
        </p:nvSpPr>
        <p:spPr>
          <a:xfrm>
            <a:off x="6045175" y="1797738"/>
            <a:ext cx="2679651" cy="381000"/>
          </a:xfrm>
          <a:prstGeom prst="rect">
            <a:avLst/>
          </a:prstGeom>
          <a:solidFill>
            <a:srgbClr val="F4FBDA"/>
          </a:solidFill>
          <a:ln/>
        </p:spPr>
        <p:txBody>
          <a:bodyPr/>
          <a:lstStyle/>
          <a:p>
            <a:endParaRPr lang="fr-FR" sz="7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F91843C-D1FB-37E2-2CAC-91434606DCE5}"/>
              </a:ext>
            </a:extLst>
          </p:cNvPr>
          <p:cNvSpPr/>
          <p:nvPr/>
        </p:nvSpPr>
        <p:spPr>
          <a:xfrm>
            <a:off x="6159475" y="1912038"/>
            <a:ext cx="2531440" cy="171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1013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Task example</a:t>
            </a:r>
            <a:endParaRPr lang="en-US" sz="1013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F317DB7A-E081-DF46-B104-B143AEFB20EB}"/>
              </a:ext>
            </a:extLst>
          </p:cNvPr>
          <p:cNvSpPr/>
          <p:nvPr/>
        </p:nvSpPr>
        <p:spPr>
          <a:xfrm>
            <a:off x="6045175" y="2254938"/>
            <a:ext cx="2679651" cy="381000"/>
          </a:xfrm>
          <a:prstGeom prst="rect">
            <a:avLst/>
          </a:prstGeom>
          <a:solidFill>
            <a:srgbClr val="F4FBDA"/>
          </a:solidFill>
          <a:ln/>
        </p:spPr>
        <p:txBody>
          <a:bodyPr/>
          <a:lstStyle/>
          <a:p>
            <a:endParaRPr lang="fr-FR" sz="7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E0FC63C-F954-EB4E-9D84-F0EE801669BA}"/>
              </a:ext>
            </a:extLst>
          </p:cNvPr>
          <p:cNvSpPr/>
          <p:nvPr/>
        </p:nvSpPr>
        <p:spPr>
          <a:xfrm>
            <a:off x="6159475" y="2369238"/>
            <a:ext cx="2531440" cy="171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1013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Task example</a:t>
            </a:r>
            <a:endParaRPr lang="en-US" sz="1013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5B91ED1E-993C-913B-7354-B2B453786CB0}"/>
              </a:ext>
            </a:extLst>
          </p:cNvPr>
          <p:cNvCxnSpPr>
            <a:cxnSpLocks/>
          </p:cNvCxnSpPr>
          <p:nvPr/>
        </p:nvCxnSpPr>
        <p:spPr>
          <a:xfrm flipV="1">
            <a:off x="0" y="106308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Google Shape;36;p4">
            <a:extLst>
              <a:ext uri="{FF2B5EF4-FFF2-40B4-BE49-F238E27FC236}">
                <a16:creationId xmlns:a16="http://schemas.microsoft.com/office/drawing/2014/main" id="{74B12E74-040F-F698-0877-2C4FA1496455}"/>
              </a:ext>
            </a:extLst>
          </p:cNvPr>
          <p:cNvSpPr txBox="1"/>
          <p:nvPr/>
        </p:nvSpPr>
        <p:spPr>
          <a:xfrm>
            <a:off x="326570" y="289910"/>
            <a:ext cx="5693229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noProof="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Title of this slide in one or two lines maximum.</a:t>
            </a:r>
          </a:p>
        </p:txBody>
      </p:sp>
      <p:sp>
        <p:nvSpPr>
          <p:cNvPr id="2" name="Google Shape;135;p7">
            <a:extLst>
              <a:ext uri="{FF2B5EF4-FFF2-40B4-BE49-F238E27FC236}">
                <a16:creationId xmlns:a16="http://schemas.microsoft.com/office/drawing/2014/main" id="{44C655C9-AACD-F348-3A4D-71B3BF102517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tx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50</a:t>
            </a:fld>
            <a:endParaRPr lang="fr" sz="1000">
              <a:solidFill>
                <a:schemeClr val="tx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9198845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8E7B9-079B-1A5A-2B33-3A182F291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97A7C139-31C9-0575-35FD-AD8DB936F797}"/>
              </a:ext>
            </a:extLst>
          </p:cNvPr>
          <p:cNvSpPr/>
          <p:nvPr/>
        </p:nvSpPr>
        <p:spPr>
          <a:xfrm>
            <a:off x="419100" y="1381539"/>
            <a:ext cx="3349600" cy="3279908"/>
          </a:xfrm>
          <a:prstGeom prst="rect">
            <a:avLst/>
          </a:prstGeom>
          <a:solidFill>
            <a:srgbClr val="AAB0A6"/>
          </a:solidFill>
          <a:ln/>
        </p:spPr>
        <p:txBody>
          <a:bodyPr/>
          <a:lstStyle/>
          <a:p>
            <a:endParaRPr lang="fr-FR" sz="7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0A362F1-67C1-9D50-E95B-CA9C56513C93}"/>
              </a:ext>
            </a:extLst>
          </p:cNvPr>
          <p:cNvSpPr/>
          <p:nvPr/>
        </p:nvSpPr>
        <p:spPr>
          <a:xfrm>
            <a:off x="647700" y="2576513"/>
            <a:ext cx="2988000" cy="152400"/>
          </a:xfrm>
          <a:prstGeom prst="rect">
            <a:avLst/>
          </a:prstGeom>
          <a:noFill/>
          <a:ln/>
        </p:spPr>
        <p:txBody>
          <a:bodyPr wrap="none" lIns="12700" tIns="12700" rIns="12700" bIns="12700" rtlCol="0" anchor="t">
            <a:normAutofit lnSpcReduction="10000"/>
          </a:bodyPr>
          <a:lstStyle/>
          <a:p>
            <a:r>
              <a:rPr lang="en-US" sz="900" spc="126">
                <a:solidFill>
                  <a:srgbClr val="3F4340"/>
                </a:solidFill>
                <a:latin typeface="Geist" pitchFamily="2" charset="77"/>
                <a:ea typeface="Geist" pitchFamily="2" charset="77"/>
                <a:cs typeface="Geist" pitchFamily="2" charset="77"/>
              </a:rPr>
              <a:t>OBJECTIVE</a:t>
            </a:r>
            <a:endParaRPr lang="en-US" sz="900">
              <a:latin typeface="Geist" pitchFamily="2" charset="77"/>
              <a:ea typeface="Geist" pitchFamily="2" charset="77"/>
              <a:cs typeface="Geist" pitchFamily="2" charset="77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9A82A10-BECA-A5F2-9C0E-F8D09F8E3B49}"/>
              </a:ext>
            </a:extLst>
          </p:cNvPr>
          <p:cNvSpPr/>
          <p:nvPr/>
        </p:nvSpPr>
        <p:spPr>
          <a:xfrm>
            <a:off x="647700" y="2824163"/>
            <a:ext cx="2979172" cy="5048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94400"/>
              </a:lnSpc>
            </a:pPr>
            <a:r>
              <a:rPr lang="en-US" sz="1650">
                <a:solidFill>
                  <a:srgbClr val="161616"/>
                </a:solidFill>
                <a:latin typeface="Ufficio" pitchFamily="34" charset="0"/>
                <a:ea typeface="Ufficio" pitchFamily="34" charset="-122"/>
                <a:cs typeface="Ufficio" pitchFamily="34" charset="-120"/>
              </a:rPr>
              <a:t>Lorem ipsum dolor sit amet consectetur adipiscing elit.</a:t>
            </a:r>
            <a:endParaRPr lang="en-US" sz="165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C9EE41E-F445-3CA9-D1C5-A993ECBC5E73}"/>
              </a:ext>
            </a:extLst>
          </p:cNvPr>
          <p:cNvSpPr/>
          <p:nvPr/>
        </p:nvSpPr>
        <p:spPr>
          <a:xfrm>
            <a:off x="4035400" y="1589225"/>
            <a:ext cx="4689500" cy="885825"/>
          </a:xfrm>
          <a:prstGeom prst="rect">
            <a:avLst/>
          </a:prstGeom>
          <a:ln w="9525">
            <a:solidFill>
              <a:srgbClr val="161616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fr-FR" sz="7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F9C21C6-D896-740D-EC73-3C99BC0733A9}"/>
              </a:ext>
            </a:extLst>
          </p:cNvPr>
          <p:cNvSpPr/>
          <p:nvPr/>
        </p:nvSpPr>
        <p:spPr>
          <a:xfrm>
            <a:off x="4206850" y="1755912"/>
            <a:ext cx="701010" cy="1905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r>
              <a:rPr lang="en-US" sz="1050">
                <a:solidFill>
                  <a:srgbClr val="161616"/>
                </a:solidFill>
                <a:latin typeface="Geist" pitchFamily="2" charset="77"/>
                <a:ea typeface="Geist" pitchFamily="2" charset="77"/>
                <a:cs typeface="Geist" pitchFamily="2" charset="77"/>
              </a:rPr>
              <a:t>Key result</a:t>
            </a:r>
            <a:endParaRPr lang="en-US" sz="1050">
              <a:latin typeface="Geist" pitchFamily="2" charset="77"/>
              <a:ea typeface="Geist" pitchFamily="2" charset="77"/>
              <a:cs typeface="Geist" pitchFamily="2" charset="77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E0AC466-1CA2-1AD7-E503-AD93BD9995B1}"/>
              </a:ext>
            </a:extLst>
          </p:cNvPr>
          <p:cNvSpPr/>
          <p:nvPr/>
        </p:nvSpPr>
        <p:spPr>
          <a:xfrm>
            <a:off x="8225359" y="1741625"/>
            <a:ext cx="366192" cy="2095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>
              <a:lnSpc>
                <a:spcPct val="81633"/>
              </a:lnSpc>
            </a:pPr>
            <a:r>
              <a:rPr lang="en-US" sz="1500">
                <a:solidFill>
                  <a:srgbClr val="161616"/>
                </a:solidFill>
                <a:latin typeface="Ufficio" pitchFamily="34" charset="0"/>
                <a:ea typeface="Ufficio" pitchFamily="34" charset="-122"/>
                <a:cs typeface="Ufficio" pitchFamily="34" charset="-120"/>
              </a:rPr>
              <a:t>72%</a:t>
            </a:r>
            <a:endParaRPr lang="en-US" sz="15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1B6D1CA-41F4-C72E-48F4-1BCACB992B56}"/>
              </a:ext>
            </a:extLst>
          </p:cNvPr>
          <p:cNvSpPr/>
          <p:nvPr/>
        </p:nvSpPr>
        <p:spPr>
          <a:xfrm>
            <a:off x="4206850" y="2008325"/>
            <a:ext cx="4781260" cy="1905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28571"/>
              </a:lnSpc>
            </a:pPr>
            <a:r>
              <a:rPr lang="en-US" sz="9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Lorem ipsum dolor sit amet consectetur adipiscing elit.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44756C5-85DD-FF78-ED84-2491360087B5}"/>
              </a:ext>
            </a:extLst>
          </p:cNvPr>
          <p:cNvSpPr/>
          <p:nvPr/>
        </p:nvSpPr>
        <p:spPr>
          <a:xfrm>
            <a:off x="4206850" y="2255975"/>
            <a:ext cx="4346600" cy="66675"/>
          </a:xfrm>
          <a:prstGeom prst="rect">
            <a:avLst/>
          </a:prstGeom>
          <a:solidFill>
            <a:srgbClr val="D5D3C4"/>
          </a:solidFill>
          <a:ln/>
        </p:spPr>
        <p:txBody>
          <a:bodyPr/>
          <a:lstStyle/>
          <a:p>
            <a:endParaRPr lang="fr-FR" sz="7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804A039-9104-9CC9-F721-87EA36860923}"/>
              </a:ext>
            </a:extLst>
          </p:cNvPr>
          <p:cNvSpPr/>
          <p:nvPr/>
        </p:nvSpPr>
        <p:spPr>
          <a:xfrm>
            <a:off x="4206850" y="2255975"/>
            <a:ext cx="3129484" cy="66675"/>
          </a:xfrm>
          <a:prstGeom prst="rect">
            <a:avLst/>
          </a:prstGeom>
          <a:solidFill>
            <a:srgbClr val="F4FBDA"/>
          </a:solidFill>
          <a:ln/>
        </p:spPr>
        <p:txBody>
          <a:bodyPr/>
          <a:lstStyle/>
          <a:p>
            <a:endParaRPr lang="fr-FR" sz="7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1CEBCA3-8CE1-12E0-8F5C-709A093E10DD}"/>
              </a:ext>
            </a:extLst>
          </p:cNvPr>
          <p:cNvSpPr/>
          <p:nvPr/>
        </p:nvSpPr>
        <p:spPr>
          <a:xfrm>
            <a:off x="7326809" y="2255975"/>
            <a:ext cx="9525" cy="66675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fr-FR" sz="7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95FA400-EEC0-8124-5AC0-D0B749D6B50C}"/>
              </a:ext>
            </a:extLst>
          </p:cNvPr>
          <p:cNvSpPr/>
          <p:nvPr/>
        </p:nvSpPr>
        <p:spPr>
          <a:xfrm>
            <a:off x="4035400" y="2579825"/>
            <a:ext cx="4689500" cy="885825"/>
          </a:xfrm>
          <a:prstGeom prst="rect">
            <a:avLst/>
          </a:prstGeom>
          <a:ln w="9525">
            <a:solidFill>
              <a:srgbClr val="161616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fr-FR" sz="7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92F2DCE-A5F7-EB17-820B-A9BCD4F51B88}"/>
              </a:ext>
            </a:extLst>
          </p:cNvPr>
          <p:cNvSpPr/>
          <p:nvPr/>
        </p:nvSpPr>
        <p:spPr>
          <a:xfrm>
            <a:off x="4206850" y="2746512"/>
            <a:ext cx="701010" cy="1905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r>
              <a:rPr lang="en-US" sz="1050">
                <a:solidFill>
                  <a:srgbClr val="161616"/>
                </a:solidFill>
                <a:latin typeface="Geist" pitchFamily="2" charset="77"/>
                <a:ea typeface="Geist" pitchFamily="2" charset="77"/>
                <a:cs typeface="Geist" pitchFamily="2" charset="77"/>
              </a:rPr>
              <a:t>Key result</a:t>
            </a:r>
            <a:endParaRPr lang="en-US" sz="1050">
              <a:latin typeface="Geist" pitchFamily="2" charset="77"/>
              <a:ea typeface="Geist" pitchFamily="2" charset="77"/>
              <a:cs typeface="Geist" pitchFamily="2" charset="77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FCCAD54-B52B-7CED-84B1-3492C78B7EBC}"/>
              </a:ext>
            </a:extLst>
          </p:cNvPr>
          <p:cNvSpPr/>
          <p:nvPr/>
        </p:nvSpPr>
        <p:spPr>
          <a:xfrm>
            <a:off x="8214717" y="2732225"/>
            <a:ext cx="376833" cy="2095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>
              <a:lnSpc>
                <a:spcPct val="81633"/>
              </a:lnSpc>
            </a:pPr>
            <a:r>
              <a:rPr lang="en-US" sz="1500">
                <a:solidFill>
                  <a:srgbClr val="161616"/>
                </a:solidFill>
                <a:latin typeface="Ufficio" pitchFamily="34" charset="0"/>
                <a:ea typeface="Ufficio" pitchFamily="34" charset="-122"/>
                <a:cs typeface="Ufficio" pitchFamily="34" charset="-120"/>
              </a:rPr>
              <a:t>45%</a:t>
            </a:r>
            <a:endParaRPr lang="en-US" sz="15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5BDEEE3-1BE7-8F0B-F073-1FD23D8CDC18}"/>
              </a:ext>
            </a:extLst>
          </p:cNvPr>
          <p:cNvSpPr/>
          <p:nvPr/>
        </p:nvSpPr>
        <p:spPr>
          <a:xfrm>
            <a:off x="4206850" y="2998925"/>
            <a:ext cx="4781260" cy="1905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28571"/>
              </a:lnSpc>
            </a:pPr>
            <a:r>
              <a:rPr lang="en-US" sz="9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Lorem ipsum dolor sit amet consectetur adipiscing elit.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4C8E6487-5F9B-DAE9-B382-4E915CB9FD43}"/>
              </a:ext>
            </a:extLst>
          </p:cNvPr>
          <p:cNvSpPr/>
          <p:nvPr/>
        </p:nvSpPr>
        <p:spPr>
          <a:xfrm>
            <a:off x="4206850" y="3246575"/>
            <a:ext cx="4346600" cy="66675"/>
          </a:xfrm>
          <a:prstGeom prst="rect">
            <a:avLst/>
          </a:prstGeom>
          <a:solidFill>
            <a:srgbClr val="D5D3C4"/>
          </a:solidFill>
          <a:ln/>
        </p:spPr>
        <p:txBody>
          <a:bodyPr/>
          <a:lstStyle/>
          <a:p>
            <a:endParaRPr lang="fr-FR" sz="70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C39F9A1F-42E2-DA1A-F419-E59050B807E2}"/>
              </a:ext>
            </a:extLst>
          </p:cNvPr>
          <p:cNvSpPr/>
          <p:nvPr/>
        </p:nvSpPr>
        <p:spPr>
          <a:xfrm>
            <a:off x="4206850" y="3246575"/>
            <a:ext cx="1955899" cy="66675"/>
          </a:xfrm>
          <a:prstGeom prst="rect">
            <a:avLst/>
          </a:prstGeom>
          <a:solidFill>
            <a:srgbClr val="F4FBDA"/>
          </a:solidFill>
          <a:ln/>
        </p:spPr>
        <p:txBody>
          <a:bodyPr/>
          <a:lstStyle/>
          <a:p>
            <a:endParaRPr lang="fr-FR" sz="70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A4108EB4-1141-EDE2-7435-4E68E36AE33C}"/>
              </a:ext>
            </a:extLst>
          </p:cNvPr>
          <p:cNvSpPr/>
          <p:nvPr/>
        </p:nvSpPr>
        <p:spPr>
          <a:xfrm>
            <a:off x="6153225" y="3246575"/>
            <a:ext cx="9525" cy="66675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fr-FR" sz="7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1C3CC38-864E-4DB2-A971-A8DFB56531C9}"/>
              </a:ext>
            </a:extLst>
          </p:cNvPr>
          <p:cNvSpPr/>
          <p:nvPr/>
        </p:nvSpPr>
        <p:spPr>
          <a:xfrm>
            <a:off x="4035400" y="3570425"/>
            <a:ext cx="4689500" cy="885825"/>
          </a:xfrm>
          <a:prstGeom prst="rect">
            <a:avLst/>
          </a:prstGeom>
          <a:ln w="9525">
            <a:solidFill>
              <a:srgbClr val="161616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fr-FR" sz="7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654F33A-9399-0A18-3872-4C2D01284889}"/>
              </a:ext>
            </a:extLst>
          </p:cNvPr>
          <p:cNvSpPr/>
          <p:nvPr/>
        </p:nvSpPr>
        <p:spPr>
          <a:xfrm>
            <a:off x="4206850" y="3737112"/>
            <a:ext cx="701010" cy="1905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r>
              <a:rPr lang="en-US" sz="1050">
                <a:solidFill>
                  <a:srgbClr val="161616"/>
                </a:solidFill>
                <a:latin typeface="Geist" pitchFamily="2" charset="77"/>
                <a:ea typeface="Geist" pitchFamily="2" charset="77"/>
                <a:cs typeface="Geist" pitchFamily="2" charset="77"/>
              </a:rPr>
              <a:t>Key result</a:t>
            </a:r>
            <a:endParaRPr lang="en-US" sz="1050">
              <a:latin typeface="Geist" pitchFamily="2" charset="77"/>
              <a:ea typeface="Geist" pitchFamily="2" charset="77"/>
              <a:cs typeface="Geist" pitchFamily="2" charset="77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68A0EA3-403A-4E89-F76F-941FDFEC9E82}"/>
              </a:ext>
            </a:extLst>
          </p:cNvPr>
          <p:cNvSpPr/>
          <p:nvPr/>
        </p:nvSpPr>
        <p:spPr>
          <a:xfrm>
            <a:off x="8198718" y="3722825"/>
            <a:ext cx="392832" cy="2095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>
              <a:lnSpc>
                <a:spcPct val="81633"/>
              </a:lnSpc>
            </a:pPr>
            <a:r>
              <a:rPr lang="en-US" sz="1500">
                <a:solidFill>
                  <a:srgbClr val="161616"/>
                </a:solidFill>
                <a:latin typeface="Ufficio" pitchFamily="34" charset="0"/>
                <a:ea typeface="Ufficio" pitchFamily="34" charset="-122"/>
                <a:cs typeface="Ufficio" pitchFamily="34" charset="-120"/>
              </a:rPr>
              <a:t>90%</a:t>
            </a:r>
            <a:endParaRPr lang="en-US" sz="15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4C51076-0886-64A1-B550-5C6EB9998ED7}"/>
              </a:ext>
            </a:extLst>
          </p:cNvPr>
          <p:cNvSpPr/>
          <p:nvPr/>
        </p:nvSpPr>
        <p:spPr>
          <a:xfrm>
            <a:off x="4206850" y="3989525"/>
            <a:ext cx="4781260" cy="1905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28571"/>
              </a:lnSpc>
            </a:pPr>
            <a:r>
              <a:rPr lang="en-US" sz="9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Lorem ipsum dolor sit amet consectetur adipiscing elit.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E3028444-5A52-2BA6-8D3A-CC507E17F377}"/>
              </a:ext>
            </a:extLst>
          </p:cNvPr>
          <p:cNvSpPr/>
          <p:nvPr/>
        </p:nvSpPr>
        <p:spPr>
          <a:xfrm>
            <a:off x="4206850" y="4237175"/>
            <a:ext cx="4346600" cy="66675"/>
          </a:xfrm>
          <a:prstGeom prst="rect">
            <a:avLst/>
          </a:prstGeom>
          <a:solidFill>
            <a:srgbClr val="D5D3C4"/>
          </a:solidFill>
          <a:ln/>
        </p:spPr>
        <p:txBody>
          <a:bodyPr/>
          <a:lstStyle/>
          <a:p>
            <a:endParaRPr lang="fr-FR" sz="70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371B7047-82B5-F5E2-2480-9FD3E0455313}"/>
              </a:ext>
            </a:extLst>
          </p:cNvPr>
          <p:cNvSpPr/>
          <p:nvPr/>
        </p:nvSpPr>
        <p:spPr>
          <a:xfrm>
            <a:off x="4206850" y="4237175"/>
            <a:ext cx="3911873" cy="66675"/>
          </a:xfrm>
          <a:prstGeom prst="rect">
            <a:avLst/>
          </a:prstGeom>
          <a:solidFill>
            <a:srgbClr val="F4FBDA"/>
          </a:solidFill>
          <a:ln/>
        </p:spPr>
        <p:txBody>
          <a:bodyPr/>
          <a:lstStyle/>
          <a:p>
            <a:endParaRPr lang="fr-FR" sz="70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C30023EF-8FBD-10D6-0777-7FF77254E09A}"/>
              </a:ext>
            </a:extLst>
          </p:cNvPr>
          <p:cNvSpPr/>
          <p:nvPr/>
        </p:nvSpPr>
        <p:spPr>
          <a:xfrm>
            <a:off x="8109198" y="4237175"/>
            <a:ext cx="9525" cy="66675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fr-FR" sz="700"/>
          </a:p>
        </p:txBody>
      </p: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5B8F188E-B024-35DA-BD82-A9D3EB5BBA93}"/>
              </a:ext>
            </a:extLst>
          </p:cNvPr>
          <p:cNvCxnSpPr>
            <a:cxnSpLocks/>
          </p:cNvCxnSpPr>
          <p:nvPr/>
        </p:nvCxnSpPr>
        <p:spPr>
          <a:xfrm flipV="1">
            <a:off x="0" y="106308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Google Shape;36;p4">
            <a:extLst>
              <a:ext uri="{FF2B5EF4-FFF2-40B4-BE49-F238E27FC236}">
                <a16:creationId xmlns:a16="http://schemas.microsoft.com/office/drawing/2014/main" id="{FFB95D4A-4E01-22B0-6328-51D240D8ED50}"/>
              </a:ext>
            </a:extLst>
          </p:cNvPr>
          <p:cNvSpPr txBox="1"/>
          <p:nvPr/>
        </p:nvSpPr>
        <p:spPr>
          <a:xfrm>
            <a:off x="326570" y="289910"/>
            <a:ext cx="5693229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noProof="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Objectives and key results</a:t>
            </a:r>
          </a:p>
        </p:txBody>
      </p:sp>
      <p:sp>
        <p:nvSpPr>
          <p:cNvPr id="2" name="Google Shape;135;p7">
            <a:extLst>
              <a:ext uri="{FF2B5EF4-FFF2-40B4-BE49-F238E27FC236}">
                <a16:creationId xmlns:a16="http://schemas.microsoft.com/office/drawing/2014/main" id="{C472EBDF-54A8-9D95-27B2-95EC6CC14542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tx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51</a:t>
            </a:fld>
            <a:endParaRPr lang="fr" sz="1000">
              <a:solidFill>
                <a:schemeClr val="tx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4425834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7B699-67A9-2E2C-AA42-5CD7AA925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68B1CA5E-1029-ABAB-B170-F11F39125270}"/>
              </a:ext>
            </a:extLst>
          </p:cNvPr>
          <p:cNvSpPr/>
          <p:nvPr/>
        </p:nvSpPr>
        <p:spPr>
          <a:xfrm>
            <a:off x="419100" y="2002631"/>
            <a:ext cx="8305800" cy="300038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fr-FR" sz="1000">
              <a:latin typeface="Geist" pitchFamily="2" charset="77"/>
              <a:ea typeface="Geist" pitchFamily="2" charset="77"/>
              <a:cs typeface="Geist" pitchFamily="2" charset="77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20A7421-FC66-02F0-1619-6B29A92CEE42}"/>
              </a:ext>
            </a:extLst>
          </p:cNvPr>
          <p:cNvSpPr/>
          <p:nvPr/>
        </p:nvSpPr>
        <p:spPr>
          <a:xfrm>
            <a:off x="533400" y="2057812"/>
            <a:ext cx="190500" cy="1666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r>
              <a:rPr lang="en-US" sz="1100">
                <a:solidFill>
                  <a:srgbClr val="FFFFFF"/>
                </a:solidFill>
                <a:latin typeface="Geist" pitchFamily="2" charset="77"/>
                <a:ea typeface="Geist" pitchFamily="2" charset="77"/>
                <a:cs typeface="Geist" pitchFamily="2" charset="77"/>
              </a:rPr>
              <a:t>#</a:t>
            </a:r>
            <a:endParaRPr lang="en-US" sz="1100">
              <a:latin typeface="Geist" pitchFamily="2" charset="77"/>
              <a:ea typeface="Geist" pitchFamily="2" charset="77"/>
              <a:cs typeface="Geist" pitchFamily="2" charset="77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B3A19D2-5651-C398-4942-F0D9111F173A}"/>
              </a:ext>
            </a:extLst>
          </p:cNvPr>
          <p:cNvSpPr/>
          <p:nvPr/>
        </p:nvSpPr>
        <p:spPr>
          <a:xfrm>
            <a:off x="914400" y="2057812"/>
            <a:ext cx="5775579" cy="1666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r>
              <a:rPr lang="en-US" sz="1100">
                <a:solidFill>
                  <a:srgbClr val="FFFFFF"/>
                </a:solidFill>
                <a:latin typeface="Geist" pitchFamily="2" charset="77"/>
                <a:ea typeface="Geist" pitchFamily="2" charset="77"/>
                <a:cs typeface="Geist" pitchFamily="2" charset="77"/>
              </a:rPr>
              <a:t>Action</a:t>
            </a:r>
            <a:endParaRPr lang="en-US" sz="1100">
              <a:latin typeface="Geist" pitchFamily="2" charset="77"/>
              <a:ea typeface="Geist" pitchFamily="2" charset="77"/>
              <a:cs typeface="Geist" pitchFamily="2" charset="77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4A16C83-1402-7532-C51D-F07207BEA94E}"/>
              </a:ext>
            </a:extLst>
          </p:cNvPr>
          <p:cNvSpPr/>
          <p:nvPr/>
        </p:nvSpPr>
        <p:spPr>
          <a:xfrm>
            <a:off x="6743700" y="2057812"/>
            <a:ext cx="857250" cy="1666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r>
              <a:rPr lang="en-US" sz="1100">
                <a:solidFill>
                  <a:srgbClr val="FFFFFF"/>
                </a:solidFill>
                <a:latin typeface="Geist" pitchFamily="2" charset="77"/>
                <a:ea typeface="Geist" pitchFamily="2" charset="77"/>
                <a:cs typeface="Geist" pitchFamily="2" charset="77"/>
              </a:rPr>
              <a:t>Owner</a:t>
            </a:r>
            <a:endParaRPr lang="en-US" sz="1100">
              <a:latin typeface="Geist" pitchFamily="2" charset="77"/>
              <a:ea typeface="Geist" pitchFamily="2" charset="77"/>
              <a:cs typeface="Geist" pitchFamily="2" charset="77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212F15F-8268-1DEA-FDFA-1E2417BADFE4}"/>
              </a:ext>
            </a:extLst>
          </p:cNvPr>
          <p:cNvSpPr/>
          <p:nvPr/>
        </p:nvSpPr>
        <p:spPr>
          <a:xfrm>
            <a:off x="7791450" y="2057812"/>
            <a:ext cx="857250" cy="16668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Autofit/>
          </a:bodyPr>
          <a:lstStyle/>
          <a:p>
            <a:r>
              <a:rPr lang="en-US" sz="1100">
                <a:solidFill>
                  <a:srgbClr val="FFFFFF"/>
                </a:solidFill>
                <a:latin typeface="Geist" pitchFamily="2" charset="77"/>
                <a:ea typeface="Geist" pitchFamily="2" charset="77"/>
                <a:cs typeface="Geist" pitchFamily="2" charset="77"/>
              </a:rPr>
              <a:t>Timeline</a:t>
            </a:r>
            <a:endParaRPr lang="en-US" sz="1100">
              <a:latin typeface="Geist" pitchFamily="2" charset="77"/>
              <a:ea typeface="Geist" pitchFamily="2" charset="77"/>
              <a:cs typeface="Geist" pitchFamily="2" charset="77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623833D-5359-E10A-F8FF-AF0EE716B730}"/>
              </a:ext>
            </a:extLst>
          </p:cNvPr>
          <p:cNvSpPr/>
          <p:nvPr/>
        </p:nvSpPr>
        <p:spPr>
          <a:xfrm>
            <a:off x="419100" y="2302669"/>
            <a:ext cx="8305800" cy="395288"/>
          </a:xfrm>
          <a:prstGeom prst="rect">
            <a:avLst/>
          </a:prstGeom>
          <a:solidFill>
            <a:srgbClr val="F4FBDA"/>
          </a:solidFill>
          <a:ln/>
        </p:spPr>
        <p:txBody>
          <a:bodyPr/>
          <a:lstStyle/>
          <a:p>
            <a:endParaRPr lang="fr-FR" sz="7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A5EB392-AAAD-F4BB-1B43-02AAB7822CC1}"/>
              </a:ext>
            </a:extLst>
          </p:cNvPr>
          <p:cNvSpPr/>
          <p:nvPr/>
        </p:nvSpPr>
        <p:spPr>
          <a:xfrm>
            <a:off x="419100" y="2302669"/>
            <a:ext cx="8305800" cy="4763"/>
          </a:xfrm>
          <a:prstGeom prst="rect">
            <a:avLst/>
          </a:prstGeom>
          <a:solidFill>
            <a:srgbClr val="161616">
              <a:alpha val="14000"/>
            </a:srgbClr>
          </a:solidFill>
          <a:ln/>
        </p:spPr>
        <p:txBody>
          <a:bodyPr/>
          <a:lstStyle/>
          <a:p>
            <a:endParaRPr lang="fr-FR" sz="1000">
              <a:latin typeface="Geist" pitchFamily="2" charset="77"/>
              <a:ea typeface="Geist" pitchFamily="2" charset="77"/>
              <a:cs typeface="Geist" pitchFamily="2" charset="77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C5A85A3-43AD-5E64-5CF7-26F858AEB1FF}"/>
              </a:ext>
            </a:extLst>
          </p:cNvPr>
          <p:cNvSpPr/>
          <p:nvPr/>
        </p:nvSpPr>
        <p:spPr>
          <a:xfrm>
            <a:off x="533400" y="2402682"/>
            <a:ext cx="190500" cy="21907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r>
              <a:rPr lang="en-US" sz="1000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01</a:t>
            </a:r>
            <a:endParaRPr lang="en-US" sz="10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93ED90F-FAD5-CCD5-B277-F914FE9734F8}"/>
              </a:ext>
            </a:extLst>
          </p:cNvPr>
          <p:cNvSpPr/>
          <p:nvPr/>
        </p:nvSpPr>
        <p:spPr>
          <a:xfrm>
            <a:off x="914400" y="2426494"/>
            <a:ext cx="5775579" cy="171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1013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Action item example goes here</a:t>
            </a:r>
            <a:endParaRPr lang="en-US" sz="1013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65B1680-9221-C0AB-D22D-7DD628281542}"/>
              </a:ext>
            </a:extLst>
          </p:cNvPr>
          <p:cNvSpPr/>
          <p:nvPr/>
        </p:nvSpPr>
        <p:spPr>
          <a:xfrm>
            <a:off x="6743700" y="2436019"/>
            <a:ext cx="857250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Owner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50CAA26-1297-5C82-A162-7C8E4D7BB3B3}"/>
              </a:ext>
            </a:extLst>
          </p:cNvPr>
          <p:cNvSpPr/>
          <p:nvPr/>
        </p:nvSpPr>
        <p:spPr>
          <a:xfrm>
            <a:off x="7791450" y="2436019"/>
            <a:ext cx="857250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Timeline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97282443-2680-F39C-63BC-E862A157AD82}"/>
              </a:ext>
            </a:extLst>
          </p:cNvPr>
          <p:cNvSpPr/>
          <p:nvPr/>
        </p:nvSpPr>
        <p:spPr>
          <a:xfrm>
            <a:off x="419100" y="2697957"/>
            <a:ext cx="8305800" cy="4763"/>
          </a:xfrm>
          <a:prstGeom prst="rect">
            <a:avLst/>
          </a:prstGeom>
          <a:solidFill>
            <a:srgbClr val="161616">
              <a:alpha val="14000"/>
            </a:srgbClr>
          </a:solidFill>
          <a:ln/>
        </p:spPr>
        <p:txBody>
          <a:bodyPr/>
          <a:lstStyle/>
          <a:p>
            <a:endParaRPr lang="fr-FR" sz="7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4B187F9-A1A7-6D5B-1A35-2BF7E2A5055B}"/>
              </a:ext>
            </a:extLst>
          </p:cNvPr>
          <p:cNvSpPr/>
          <p:nvPr/>
        </p:nvSpPr>
        <p:spPr>
          <a:xfrm>
            <a:off x="533400" y="2797969"/>
            <a:ext cx="190500" cy="21907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77500" lnSpcReduction="20000"/>
          </a:bodyPr>
          <a:lstStyle/>
          <a:p>
            <a:r>
              <a:rPr lang="en-US" sz="1275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02</a:t>
            </a:r>
            <a:endParaRPr lang="en-US" sz="1275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2CEB48F-D493-3BB5-E93B-BC3BBEC3EB4D}"/>
              </a:ext>
            </a:extLst>
          </p:cNvPr>
          <p:cNvSpPr/>
          <p:nvPr/>
        </p:nvSpPr>
        <p:spPr>
          <a:xfrm>
            <a:off x="914400" y="2821782"/>
            <a:ext cx="5775579" cy="171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1013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Action item example goes here</a:t>
            </a:r>
            <a:endParaRPr lang="en-US" sz="1013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0EC2186-3CF1-5CF5-6B4A-5F48742B8AAB}"/>
              </a:ext>
            </a:extLst>
          </p:cNvPr>
          <p:cNvSpPr/>
          <p:nvPr/>
        </p:nvSpPr>
        <p:spPr>
          <a:xfrm>
            <a:off x="6743700" y="2831307"/>
            <a:ext cx="857250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Owner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2A2C864-219A-138F-EC28-2FB86951F1BD}"/>
              </a:ext>
            </a:extLst>
          </p:cNvPr>
          <p:cNvSpPr/>
          <p:nvPr/>
        </p:nvSpPr>
        <p:spPr>
          <a:xfrm>
            <a:off x="7791450" y="2831307"/>
            <a:ext cx="857250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Timeline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7EB5A837-3C71-E8AA-51DC-ECEE520AF4CE}"/>
              </a:ext>
            </a:extLst>
          </p:cNvPr>
          <p:cNvSpPr/>
          <p:nvPr/>
        </p:nvSpPr>
        <p:spPr>
          <a:xfrm>
            <a:off x="419100" y="3093244"/>
            <a:ext cx="8305800" cy="4763"/>
          </a:xfrm>
          <a:prstGeom prst="rect">
            <a:avLst/>
          </a:prstGeom>
          <a:solidFill>
            <a:srgbClr val="161616">
              <a:alpha val="14000"/>
            </a:srgbClr>
          </a:solidFill>
          <a:ln/>
        </p:spPr>
        <p:txBody>
          <a:bodyPr/>
          <a:lstStyle/>
          <a:p>
            <a:endParaRPr lang="fr-FR" sz="7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5318D9A-0A6D-A768-D1AB-B7982F22DF70}"/>
              </a:ext>
            </a:extLst>
          </p:cNvPr>
          <p:cNvSpPr/>
          <p:nvPr/>
        </p:nvSpPr>
        <p:spPr>
          <a:xfrm>
            <a:off x="533400" y="3193257"/>
            <a:ext cx="190500" cy="21907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77500" lnSpcReduction="20000"/>
          </a:bodyPr>
          <a:lstStyle/>
          <a:p>
            <a:r>
              <a:rPr lang="en-US" sz="1275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03</a:t>
            </a:r>
            <a:endParaRPr lang="en-US" sz="1275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F34AD2F-A6EF-FDD3-5BB7-2CECF153C4B1}"/>
              </a:ext>
            </a:extLst>
          </p:cNvPr>
          <p:cNvSpPr/>
          <p:nvPr/>
        </p:nvSpPr>
        <p:spPr>
          <a:xfrm>
            <a:off x="914400" y="3217069"/>
            <a:ext cx="5775579" cy="171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1013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Action item example goes here</a:t>
            </a:r>
            <a:endParaRPr lang="en-US" sz="1013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5C290E1-7D10-9E1C-CB21-81DE72B507E7}"/>
              </a:ext>
            </a:extLst>
          </p:cNvPr>
          <p:cNvSpPr/>
          <p:nvPr/>
        </p:nvSpPr>
        <p:spPr>
          <a:xfrm>
            <a:off x="6743700" y="3226594"/>
            <a:ext cx="857250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Owner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E2F8D8F-6606-E2F8-78A0-7C4DD557E1D6}"/>
              </a:ext>
            </a:extLst>
          </p:cNvPr>
          <p:cNvSpPr/>
          <p:nvPr/>
        </p:nvSpPr>
        <p:spPr>
          <a:xfrm>
            <a:off x="7791450" y="3226594"/>
            <a:ext cx="857250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Timeline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90631296-E460-4AF5-0AC0-AE6DEDE6592A}"/>
              </a:ext>
            </a:extLst>
          </p:cNvPr>
          <p:cNvSpPr/>
          <p:nvPr/>
        </p:nvSpPr>
        <p:spPr>
          <a:xfrm>
            <a:off x="419100" y="3488532"/>
            <a:ext cx="8305800" cy="4763"/>
          </a:xfrm>
          <a:prstGeom prst="rect">
            <a:avLst/>
          </a:prstGeom>
          <a:solidFill>
            <a:srgbClr val="161616">
              <a:alpha val="14000"/>
            </a:srgbClr>
          </a:solidFill>
          <a:ln/>
        </p:spPr>
        <p:txBody>
          <a:bodyPr/>
          <a:lstStyle/>
          <a:p>
            <a:endParaRPr lang="fr-FR" sz="7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B12BF1B-6316-FEB9-CC11-C137C166DFF3}"/>
              </a:ext>
            </a:extLst>
          </p:cNvPr>
          <p:cNvSpPr/>
          <p:nvPr/>
        </p:nvSpPr>
        <p:spPr>
          <a:xfrm>
            <a:off x="533400" y="3588544"/>
            <a:ext cx="190500" cy="21907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77500" lnSpcReduction="20000"/>
          </a:bodyPr>
          <a:lstStyle/>
          <a:p>
            <a:r>
              <a:rPr lang="en-US" sz="1275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04</a:t>
            </a:r>
            <a:endParaRPr lang="en-US" sz="1275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9DC63FAF-B1FC-3DB0-BB12-E8DB3A436276}"/>
              </a:ext>
            </a:extLst>
          </p:cNvPr>
          <p:cNvSpPr/>
          <p:nvPr/>
        </p:nvSpPr>
        <p:spPr>
          <a:xfrm>
            <a:off x="914400" y="3612356"/>
            <a:ext cx="5775579" cy="17145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1013">
                <a:solidFill>
                  <a:srgbClr val="161616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Action item example goes here</a:t>
            </a:r>
            <a:endParaRPr lang="en-US" sz="1013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DFA061D5-4F34-9D4E-8014-5BFD2A4D9695}"/>
              </a:ext>
            </a:extLst>
          </p:cNvPr>
          <p:cNvSpPr/>
          <p:nvPr/>
        </p:nvSpPr>
        <p:spPr>
          <a:xfrm>
            <a:off x="6743700" y="3621882"/>
            <a:ext cx="857250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Owner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74812FBE-CE8B-00E2-4E20-698EFDA9CA19}"/>
              </a:ext>
            </a:extLst>
          </p:cNvPr>
          <p:cNvSpPr/>
          <p:nvPr/>
        </p:nvSpPr>
        <p:spPr>
          <a:xfrm>
            <a:off x="7791450" y="3621882"/>
            <a:ext cx="857250" cy="152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00">
                <a:solidFill>
                  <a:srgbClr val="3A3A38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t>Timeline</a:t>
            </a:r>
            <a:endParaRPr lang="en-US" sz="900"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90C1663F-C8D4-27DC-95A2-E21D2430E92C}"/>
              </a:ext>
            </a:extLst>
          </p:cNvPr>
          <p:cNvSpPr/>
          <p:nvPr/>
        </p:nvSpPr>
        <p:spPr>
          <a:xfrm>
            <a:off x="0" y="4953000"/>
            <a:ext cx="9144000" cy="9525"/>
          </a:xfrm>
          <a:prstGeom prst="rect">
            <a:avLst/>
          </a:prstGeom>
          <a:solidFill>
            <a:srgbClr val="53FF64"/>
          </a:solidFill>
          <a:ln/>
        </p:spPr>
        <p:txBody>
          <a:bodyPr/>
          <a:lstStyle/>
          <a:p>
            <a:endParaRPr lang="fr-FR" sz="700"/>
          </a:p>
        </p:txBody>
      </p: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458A9B2B-4777-CBD9-D6AB-288F804DF257}"/>
              </a:ext>
            </a:extLst>
          </p:cNvPr>
          <p:cNvCxnSpPr>
            <a:cxnSpLocks/>
          </p:cNvCxnSpPr>
          <p:nvPr/>
        </p:nvCxnSpPr>
        <p:spPr>
          <a:xfrm flipV="1">
            <a:off x="0" y="106308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Google Shape;36;p4">
            <a:extLst>
              <a:ext uri="{FF2B5EF4-FFF2-40B4-BE49-F238E27FC236}">
                <a16:creationId xmlns:a16="http://schemas.microsoft.com/office/drawing/2014/main" id="{D73508A0-10B8-4EE9-9349-D12D4138DF8F}"/>
              </a:ext>
            </a:extLst>
          </p:cNvPr>
          <p:cNvSpPr txBox="1"/>
          <p:nvPr/>
        </p:nvSpPr>
        <p:spPr>
          <a:xfrm>
            <a:off x="326570" y="289910"/>
            <a:ext cx="5693229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noProof="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Recommendations and next steps</a:t>
            </a:r>
          </a:p>
        </p:txBody>
      </p:sp>
      <p:sp>
        <p:nvSpPr>
          <p:cNvPr id="2" name="Google Shape;135;p7">
            <a:extLst>
              <a:ext uri="{FF2B5EF4-FFF2-40B4-BE49-F238E27FC236}">
                <a16:creationId xmlns:a16="http://schemas.microsoft.com/office/drawing/2014/main" id="{D00B2E0C-E982-036A-BADD-C24A9751767F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tx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52</a:t>
            </a:fld>
            <a:endParaRPr lang="fr" sz="1000">
              <a:solidFill>
                <a:schemeClr val="tx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2165564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54A4A-BBE9-9A7B-E5EF-F390B2050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29">
            <a:extLst>
              <a:ext uri="{FF2B5EF4-FFF2-40B4-BE49-F238E27FC236}">
                <a16:creationId xmlns:a16="http://schemas.microsoft.com/office/drawing/2014/main" id="{5823228F-717C-BEAC-A304-7CE5C14F1DA9}"/>
              </a:ext>
            </a:extLst>
          </p:cNvPr>
          <p:cNvSpPr/>
          <p:nvPr/>
        </p:nvSpPr>
        <p:spPr>
          <a:xfrm>
            <a:off x="0" y="4953000"/>
            <a:ext cx="9144000" cy="9525"/>
          </a:xfrm>
          <a:prstGeom prst="rect">
            <a:avLst/>
          </a:prstGeom>
          <a:solidFill>
            <a:srgbClr val="53FF64"/>
          </a:solidFill>
          <a:ln/>
        </p:spPr>
        <p:txBody>
          <a:bodyPr/>
          <a:lstStyle/>
          <a:p>
            <a:endParaRPr lang="fr-FR" sz="700"/>
          </a:p>
        </p:txBody>
      </p: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A197150A-F447-6170-C493-EF750952FC32}"/>
              </a:ext>
            </a:extLst>
          </p:cNvPr>
          <p:cNvCxnSpPr>
            <a:cxnSpLocks/>
          </p:cNvCxnSpPr>
          <p:nvPr/>
        </p:nvCxnSpPr>
        <p:spPr>
          <a:xfrm flipV="1">
            <a:off x="0" y="106308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Google Shape;36;p4">
            <a:extLst>
              <a:ext uri="{FF2B5EF4-FFF2-40B4-BE49-F238E27FC236}">
                <a16:creationId xmlns:a16="http://schemas.microsoft.com/office/drawing/2014/main" id="{9536F576-2BF9-1B0F-3805-71AB912604C4}"/>
              </a:ext>
            </a:extLst>
          </p:cNvPr>
          <p:cNvSpPr txBox="1"/>
          <p:nvPr/>
        </p:nvSpPr>
        <p:spPr>
          <a:xfrm>
            <a:off x="326570" y="289910"/>
            <a:ext cx="5693229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noProof="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Recommendations and next steps</a:t>
            </a:r>
          </a:p>
        </p:txBody>
      </p:sp>
      <p:sp>
        <p:nvSpPr>
          <p:cNvPr id="2" name="Google Shape;135;p7">
            <a:extLst>
              <a:ext uri="{FF2B5EF4-FFF2-40B4-BE49-F238E27FC236}">
                <a16:creationId xmlns:a16="http://schemas.microsoft.com/office/drawing/2014/main" id="{4D2872DE-42D1-46C5-2745-560A9A83E447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tx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53</a:t>
            </a:fld>
            <a:endParaRPr lang="fr" sz="1000">
              <a:solidFill>
                <a:schemeClr val="tx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BAAEDF95-176A-9C98-7A3F-574D532D2B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4224751"/>
              </p:ext>
            </p:extLst>
          </p:nvPr>
        </p:nvGraphicFramePr>
        <p:xfrm>
          <a:off x="386751" y="1345936"/>
          <a:ext cx="8370498" cy="2966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75249">
                  <a:extLst>
                    <a:ext uri="{9D8B030D-6E8A-4147-A177-3AD203B41FA5}">
                      <a16:colId xmlns:a16="http://schemas.microsoft.com/office/drawing/2014/main" val="1895223703"/>
                    </a:ext>
                  </a:extLst>
                </a:gridCol>
                <a:gridCol w="1420483">
                  <a:extLst>
                    <a:ext uri="{9D8B030D-6E8A-4147-A177-3AD203B41FA5}">
                      <a16:colId xmlns:a16="http://schemas.microsoft.com/office/drawing/2014/main" val="1598794887"/>
                    </a:ext>
                  </a:extLst>
                </a:gridCol>
                <a:gridCol w="2665562">
                  <a:extLst>
                    <a:ext uri="{9D8B030D-6E8A-4147-A177-3AD203B41FA5}">
                      <a16:colId xmlns:a16="http://schemas.microsoft.com/office/drawing/2014/main" val="3968310503"/>
                    </a:ext>
                  </a:extLst>
                </a:gridCol>
                <a:gridCol w="1119038">
                  <a:extLst>
                    <a:ext uri="{9D8B030D-6E8A-4147-A177-3AD203B41FA5}">
                      <a16:colId xmlns:a16="http://schemas.microsoft.com/office/drawing/2014/main" val="1482978767"/>
                    </a:ext>
                  </a:extLst>
                </a:gridCol>
                <a:gridCol w="1395083">
                  <a:extLst>
                    <a:ext uri="{9D8B030D-6E8A-4147-A177-3AD203B41FA5}">
                      <a16:colId xmlns:a16="http://schemas.microsoft.com/office/drawing/2014/main" val="1367332126"/>
                    </a:ext>
                  </a:extLst>
                </a:gridCol>
                <a:gridCol w="1395083">
                  <a:extLst>
                    <a:ext uri="{9D8B030D-6E8A-4147-A177-3AD203B41FA5}">
                      <a16:colId xmlns:a16="http://schemas.microsoft.com/office/drawing/2014/main" val="36819778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000" b="0" i="0" dirty="0">
                          <a:latin typeface="Geist Light" pitchFamily="2" charset="77"/>
                          <a:ea typeface="Geist Light" pitchFamily="2" charset="77"/>
                          <a:cs typeface="Geist Light" pitchFamily="2" charset="77"/>
                        </a:rPr>
                        <a:t>#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b="0" i="0" dirty="0">
                          <a:latin typeface="Geist Light" pitchFamily="2" charset="77"/>
                          <a:ea typeface="Geist Light" pitchFamily="2" charset="77"/>
                          <a:cs typeface="Geist Light" pitchFamily="2" charset="77"/>
                        </a:rPr>
                        <a:t>Action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b="0" i="0" dirty="0">
                          <a:latin typeface="Geist Light" pitchFamily="2" charset="77"/>
                          <a:ea typeface="Geist Light" pitchFamily="2" charset="77"/>
                          <a:cs typeface="Geist Light" pitchFamily="2" charset="77"/>
                        </a:rPr>
                        <a:t>Comment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b="0" i="0" dirty="0">
                          <a:latin typeface="Geist Light" pitchFamily="2" charset="77"/>
                          <a:ea typeface="Geist Light" pitchFamily="2" charset="77"/>
                          <a:cs typeface="Geist Light" pitchFamily="2" charset="77"/>
                        </a:rPr>
                        <a:t>Catégorie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b="0" i="0" dirty="0" err="1">
                          <a:latin typeface="Geist Light" pitchFamily="2" charset="77"/>
                          <a:ea typeface="Geist Light" pitchFamily="2" charset="77"/>
                          <a:cs typeface="Geist Light" pitchFamily="2" charset="77"/>
                        </a:rPr>
                        <a:t>Owner</a:t>
                      </a:r>
                      <a:endParaRPr lang="fr-FR" sz="1000" b="0" i="0" dirty="0">
                        <a:latin typeface="Geist Light" pitchFamily="2" charset="77"/>
                        <a:ea typeface="Geist Light" pitchFamily="2" charset="77"/>
                        <a:cs typeface="Geist Light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b="0" i="0" dirty="0">
                          <a:latin typeface="Geist Light" pitchFamily="2" charset="77"/>
                          <a:ea typeface="Geist Light" pitchFamily="2" charset="77"/>
                          <a:cs typeface="Geist Light" pitchFamily="2" charset="77"/>
                        </a:rPr>
                        <a:t>Timeline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077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000" b="0" i="0" dirty="0">
                          <a:latin typeface="Geist Light" pitchFamily="2" charset="77"/>
                          <a:ea typeface="Geist Light" pitchFamily="2" charset="77"/>
                          <a:cs typeface="Geist Light" pitchFamily="2" charset="77"/>
                        </a:rPr>
                        <a:t>01</a:t>
                      </a: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000" b="0" i="0" dirty="0">
                        <a:latin typeface="Geist Light" pitchFamily="2" charset="77"/>
                        <a:ea typeface="Geist Light" pitchFamily="2" charset="77"/>
                        <a:cs typeface="Geist Light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000" b="0" i="0" dirty="0">
                        <a:solidFill>
                          <a:srgbClr val="FF2A00"/>
                        </a:solidFill>
                        <a:latin typeface="Geist Light" pitchFamily="2" charset="77"/>
                        <a:ea typeface="Geist Light" pitchFamily="2" charset="77"/>
                        <a:cs typeface="Geist Light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000" b="0" i="0" dirty="0">
                        <a:latin typeface="Geist Light" pitchFamily="2" charset="77"/>
                        <a:ea typeface="Geist Light" pitchFamily="2" charset="77"/>
                        <a:cs typeface="Geist Light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000" b="0" i="0" dirty="0">
                        <a:latin typeface="Geist Light" pitchFamily="2" charset="77"/>
                        <a:ea typeface="Geist Light" pitchFamily="2" charset="77"/>
                        <a:cs typeface="Geist Light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000" b="0" i="0" dirty="0">
                        <a:latin typeface="Geist Light" pitchFamily="2" charset="77"/>
                        <a:ea typeface="Geist Light" pitchFamily="2" charset="77"/>
                        <a:cs typeface="Geist Light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570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000" b="0" i="0" dirty="0">
                          <a:latin typeface="Geist Light" pitchFamily="2" charset="77"/>
                          <a:ea typeface="Geist Light" pitchFamily="2" charset="77"/>
                          <a:cs typeface="Geist Light" pitchFamily="2" charset="77"/>
                        </a:rPr>
                        <a:t>02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000" b="0" i="0" dirty="0">
                        <a:latin typeface="Geist Light" pitchFamily="2" charset="77"/>
                        <a:ea typeface="Geist Light" pitchFamily="2" charset="77"/>
                        <a:cs typeface="Geist Light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000" b="0" i="0" dirty="0">
                        <a:solidFill>
                          <a:srgbClr val="FF2A00"/>
                        </a:solidFill>
                        <a:latin typeface="Geist Light" pitchFamily="2" charset="77"/>
                        <a:ea typeface="Geist Light" pitchFamily="2" charset="77"/>
                        <a:cs typeface="Geist Light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000" b="0" i="0" dirty="0">
                        <a:latin typeface="Geist Light" pitchFamily="2" charset="77"/>
                        <a:ea typeface="Geist Light" pitchFamily="2" charset="77"/>
                        <a:cs typeface="Geist Light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000" b="0" i="0" dirty="0">
                        <a:latin typeface="Geist Light" pitchFamily="2" charset="77"/>
                        <a:ea typeface="Geist Light" pitchFamily="2" charset="77"/>
                        <a:cs typeface="Geist Light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000" b="0" i="0" dirty="0">
                        <a:latin typeface="Geist Light" pitchFamily="2" charset="77"/>
                        <a:ea typeface="Geist Light" pitchFamily="2" charset="77"/>
                        <a:cs typeface="Geist Light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5415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000" b="0" i="0" dirty="0">
                          <a:latin typeface="Geist Light" pitchFamily="2" charset="77"/>
                          <a:ea typeface="Geist Light" pitchFamily="2" charset="77"/>
                          <a:cs typeface="Geist Light" pitchFamily="2" charset="77"/>
                        </a:rPr>
                        <a:t>03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000" b="0" i="0" dirty="0">
                        <a:latin typeface="Geist Light" pitchFamily="2" charset="77"/>
                        <a:ea typeface="Geist Light" pitchFamily="2" charset="77"/>
                        <a:cs typeface="Geist Light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000" b="0" i="0" dirty="0">
                        <a:latin typeface="Geist Light" pitchFamily="2" charset="77"/>
                        <a:ea typeface="Geist Light" pitchFamily="2" charset="77"/>
                        <a:cs typeface="Geist Light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000" b="0" i="0" dirty="0">
                        <a:latin typeface="Geist Light" pitchFamily="2" charset="77"/>
                        <a:ea typeface="Geist Light" pitchFamily="2" charset="77"/>
                        <a:cs typeface="Geist Light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000" b="0" i="0" dirty="0">
                        <a:latin typeface="Geist Light" pitchFamily="2" charset="77"/>
                        <a:ea typeface="Geist Light" pitchFamily="2" charset="77"/>
                        <a:cs typeface="Geist Light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000" b="0" i="0" dirty="0">
                        <a:latin typeface="Geist Light" pitchFamily="2" charset="77"/>
                        <a:ea typeface="Geist Light" pitchFamily="2" charset="77"/>
                        <a:cs typeface="Geist Light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464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000" b="0" i="0" dirty="0">
                          <a:latin typeface="Geist Light" pitchFamily="2" charset="77"/>
                          <a:ea typeface="Geist Light" pitchFamily="2" charset="77"/>
                          <a:cs typeface="Geist Light" pitchFamily="2" charset="77"/>
                        </a:rPr>
                        <a:t>04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000" b="0" i="0" dirty="0">
                        <a:latin typeface="Geist Light" pitchFamily="2" charset="77"/>
                        <a:ea typeface="Geist Light" pitchFamily="2" charset="77"/>
                        <a:cs typeface="Geist Light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000" b="0" i="0" dirty="0">
                        <a:latin typeface="Geist Light" pitchFamily="2" charset="77"/>
                        <a:ea typeface="Geist Light" pitchFamily="2" charset="77"/>
                        <a:cs typeface="Geist Light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000" b="0" i="0" dirty="0">
                        <a:latin typeface="Geist Light" pitchFamily="2" charset="77"/>
                        <a:ea typeface="Geist Light" pitchFamily="2" charset="77"/>
                        <a:cs typeface="Geist Light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000" b="0" i="0" dirty="0">
                        <a:latin typeface="Geist Light" pitchFamily="2" charset="77"/>
                        <a:ea typeface="Geist Light" pitchFamily="2" charset="77"/>
                        <a:cs typeface="Geist Light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000" b="0" i="0" dirty="0">
                        <a:latin typeface="Geist Light" pitchFamily="2" charset="77"/>
                        <a:ea typeface="Geist Light" pitchFamily="2" charset="77"/>
                        <a:cs typeface="Geist Light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8465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000" b="0" i="0" dirty="0">
                          <a:latin typeface="Geist Light" pitchFamily="2" charset="77"/>
                          <a:ea typeface="Geist Light" pitchFamily="2" charset="77"/>
                          <a:cs typeface="Geist Light" pitchFamily="2" charset="77"/>
                        </a:rPr>
                        <a:t>05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000" b="0" i="0" dirty="0">
                        <a:latin typeface="Geist Light" pitchFamily="2" charset="77"/>
                        <a:ea typeface="Geist Light" pitchFamily="2" charset="77"/>
                        <a:cs typeface="Geist Light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000" b="0" i="0" dirty="0">
                        <a:latin typeface="Geist Light" pitchFamily="2" charset="77"/>
                        <a:ea typeface="Geist Light" pitchFamily="2" charset="77"/>
                        <a:cs typeface="Geist Light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000" b="0" i="0" dirty="0">
                        <a:latin typeface="Geist Light" pitchFamily="2" charset="77"/>
                        <a:ea typeface="Geist Light" pitchFamily="2" charset="77"/>
                        <a:cs typeface="Geist Light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000" b="0" i="0" dirty="0">
                        <a:latin typeface="Geist Light" pitchFamily="2" charset="77"/>
                        <a:ea typeface="Geist Light" pitchFamily="2" charset="77"/>
                        <a:cs typeface="Geist Light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000" b="0" i="0" dirty="0">
                        <a:latin typeface="Geist Light" pitchFamily="2" charset="77"/>
                        <a:ea typeface="Geist Light" pitchFamily="2" charset="77"/>
                        <a:cs typeface="Geist Light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420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000" b="0" i="0" dirty="0">
                          <a:latin typeface="Geist Light" pitchFamily="2" charset="77"/>
                          <a:ea typeface="Geist Light" pitchFamily="2" charset="77"/>
                          <a:cs typeface="Geist Light" pitchFamily="2" charset="77"/>
                        </a:rPr>
                        <a:t>06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000" b="0" i="0" dirty="0">
                        <a:latin typeface="Geist Light" pitchFamily="2" charset="77"/>
                        <a:ea typeface="Geist Light" pitchFamily="2" charset="77"/>
                        <a:cs typeface="Geist Light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000" b="0" i="0" dirty="0">
                        <a:latin typeface="Geist Light" pitchFamily="2" charset="77"/>
                        <a:ea typeface="Geist Light" pitchFamily="2" charset="77"/>
                        <a:cs typeface="Geist Light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000" b="0" i="0" dirty="0">
                        <a:latin typeface="Geist Light" pitchFamily="2" charset="77"/>
                        <a:ea typeface="Geist Light" pitchFamily="2" charset="77"/>
                        <a:cs typeface="Geist Light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000" b="0" i="0" dirty="0">
                        <a:latin typeface="Geist Light" pitchFamily="2" charset="77"/>
                        <a:ea typeface="Geist Light" pitchFamily="2" charset="77"/>
                        <a:cs typeface="Geist Light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000" b="0" i="0" dirty="0">
                        <a:latin typeface="Geist Light" pitchFamily="2" charset="77"/>
                        <a:ea typeface="Geist Light" pitchFamily="2" charset="77"/>
                        <a:cs typeface="Geist Light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5129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000" b="0" i="0" dirty="0">
                          <a:latin typeface="Geist Light" pitchFamily="2" charset="77"/>
                          <a:ea typeface="Geist Light" pitchFamily="2" charset="77"/>
                          <a:cs typeface="Geist Light" pitchFamily="2" charset="77"/>
                        </a:rPr>
                        <a:t>07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000" b="0" i="0" dirty="0">
                        <a:latin typeface="Geist Light" pitchFamily="2" charset="77"/>
                        <a:ea typeface="Geist Light" pitchFamily="2" charset="77"/>
                        <a:cs typeface="Geist Light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000" b="0" i="0" dirty="0">
                        <a:latin typeface="Geist Light" pitchFamily="2" charset="77"/>
                        <a:ea typeface="Geist Light" pitchFamily="2" charset="77"/>
                        <a:cs typeface="Geist Light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000" b="0" i="0" dirty="0">
                        <a:latin typeface="Geist Light" pitchFamily="2" charset="77"/>
                        <a:ea typeface="Geist Light" pitchFamily="2" charset="77"/>
                        <a:cs typeface="Geist Light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000" b="0" i="0" dirty="0">
                        <a:latin typeface="Geist Light" pitchFamily="2" charset="77"/>
                        <a:ea typeface="Geist Light" pitchFamily="2" charset="77"/>
                        <a:cs typeface="Geist Light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000" b="0" i="0" dirty="0">
                        <a:latin typeface="Geist Light" pitchFamily="2" charset="77"/>
                        <a:ea typeface="Geist Light" pitchFamily="2" charset="77"/>
                        <a:cs typeface="Geist Light" pitchFamily="2" charset="77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8254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720388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6" name="Google Shape;756;p36"/>
          <p:cNvCxnSpPr/>
          <p:nvPr/>
        </p:nvCxnSpPr>
        <p:spPr>
          <a:xfrm>
            <a:off x="180000" y="-5550"/>
            <a:ext cx="0" cy="51546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0" name="Google Shape;760;p36"/>
          <p:cNvCxnSpPr/>
          <p:nvPr/>
        </p:nvCxnSpPr>
        <p:spPr>
          <a:xfrm rot="10800000">
            <a:off x="0" y="1292594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2" name="Google Shape;762;p36"/>
          <p:cNvCxnSpPr/>
          <p:nvPr/>
        </p:nvCxnSpPr>
        <p:spPr>
          <a:xfrm>
            <a:off x="3849775" y="-5550"/>
            <a:ext cx="0" cy="515460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63" name="Google Shape;763;p36"/>
          <p:cNvSpPr txBox="1"/>
          <p:nvPr/>
        </p:nvSpPr>
        <p:spPr>
          <a:xfrm>
            <a:off x="3849775" y="1130399"/>
            <a:ext cx="51141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quis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nostrud exercitation ullamco</a:t>
            </a:r>
            <a:endParaRPr sz="12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764" name="Google Shape;764;p36"/>
          <p:cNvSpPr txBox="1"/>
          <p:nvPr/>
        </p:nvSpPr>
        <p:spPr>
          <a:xfrm>
            <a:off x="3849775" y="781000"/>
            <a:ext cx="5114100" cy="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Title example</a:t>
            </a:r>
            <a:endParaRPr sz="1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765" name="Google Shape;765;p36"/>
          <p:cNvSpPr/>
          <p:nvPr/>
        </p:nvSpPr>
        <p:spPr>
          <a:xfrm>
            <a:off x="179988" y="1098630"/>
            <a:ext cx="199500" cy="194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Geist Light" pitchFamily="2" charset="77"/>
                <a:ea typeface="Geist Light" pitchFamily="2" charset="77"/>
                <a:cs typeface="Geist Light" pitchFamily="2" charset="77"/>
                <a:sym typeface="Geist Light"/>
              </a:rPr>
              <a:t>01</a:t>
            </a:r>
            <a:endParaRPr sz="1200">
              <a:latin typeface="Geist Light" pitchFamily="2" charset="77"/>
              <a:ea typeface="Geist Light" pitchFamily="2" charset="77"/>
              <a:cs typeface="Geist Light" pitchFamily="2" charset="77"/>
              <a:sym typeface="Geist Light"/>
            </a:endParaRPr>
          </a:p>
        </p:txBody>
      </p:sp>
      <p:cxnSp>
        <p:nvCxnSpPr>
          <p:cNvPr id="766" name="Google Shape;766;p36"/>
          <p:cNvCxnSpPr/>
          <p:nvPr/>
        </p:nvCxnSpPr>
        <p:spPr>
          <a:xfrm rot="10800000">
            <a:off x="0" y="2009357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67" name="Google Shape;767;p36"/>
          <p:cNvSpPr txBox="1"/>
          <p:nvPr/>
        </p:nvSpPr>
        <p:spPr>
          <a:xfrm>
            <a:off x="3849775" y="1847162"/>
            <a:ext cx="51141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quis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nostrud exercitation ullamco</a:t>
            </a:r>
            <a:endParaRPr sz="12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768" name="Google Shape;768;p36"/>
          <p:cNvSpPr txBox="1"/>
          <p:nvPr/>
        </p:nvSpPr>
        <p:spPr>
          <a:xfrm>
            <a:off x="3849775" y="1497763"/>
            <a:ext cx="5114100" cy="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Title example</a:t>
            </a:r>
            <a:endParaRPr sz="1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769" name="Google Shape;769;p36"/>
          <p:cNvSpPr/>
          <p:nvPr/>
        </p:nvSpPr>
        <p:spPr>
          <a:xfrm>
            <a:off x="179988" y="1815393"/>
            <a:ext cx="199500" cy="194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Geist Light" pitchFamily="2" charset="77"/>
                <a:ea typeface="Geist Light" pitchFamily="2" charset="77"/>
                <a:cs typeface="Geist Light" pitchFamily="2" charset="77"/>
                <a:sym typeface="Geist Light"/>
              </a:rPr>
              <a:t>02</a:t>
            </a:r>
            <a:endParaRPr sz="1200">
              <a:latin typeface="Geist Light" pitchFamily="2" charset="77"/>
              <a:ea typeface="Geist Light" pitchFamily="2" charset="77"/>
              <a:cs typeface="Geist Light" pitchFamily="2" charset="77"/>
              <a:sym typeface="Geist Light"/>
            </a:endParaRPr>
          </a:p>
        </p:txBody>
      </p:sp>
      <p:cxnSp>
        <p:nvCxnSpPr>
          <p:cNvPr id="770" name="Google Shape;770;p36"/>
          <p:cNvCxnSpPr/>
          <p:nvPr/>
        </p:nvCxnSpPr>
        <p:spPr>
          <a:xfrm rot="10800000">
            <a:off x="0" y="2726132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71" name="Google Shape;771;p36"/>
          <p:cNvSpPr txBox="1"/>
          <p:nvPr/>
        </p:nvSpPr>
        <p:spPr>
          <a:xfrm>
            <a:off x="3849775" y="2563937"/>
            <a:ext cx="51141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quis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nostrud exercitation ullamco</a:t>
            </a:r>
            <a:endParaRPr sz="12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772" name="Google Shape;772;p36"/>
          <p:cNvSpPr txBox="1"/>
          <p:nvPr/>
        </p:nvSpPr>
        <p:spPr>
          <a:xfrm>
            <a:off x="3849775" y="2214538"/>
            <a:ext cx="5114100" cy="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Title example</a:t>
            </a:r>
            <a:endParaRPr sz="1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773" name="Google Shape;773;p36"/>
          <p:cNvSpPr/>
          <p:nvPr/>
        </p:nvSpPr>
        <p:spPr>
          <a:xfrm>
            <a:off x="179988" y="2532168"/>
            <a:ext cx="199500" cy="194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Geist Light" pitchFamily="2" charset="77"/>
                <a:ea typeface="Geist Light" pitchFamily="2" charset="77"/>
                <a:cs typeface="Geist Light" pitchFamily="2" charset="77"/>
                <a:sym typeface="Geist Light"/>
              </a:rPr>
              <a:t>03</a:t>
            </a:r>
            <a:endParaRPr sz="1200">
              <a:latin typeface="Geist Light" pitchFamily="2" charset="77"/>
              <a:ea typeface="Geist Light" pitchFamily="2" charset="77"/>
              <a:cs typeface="Geist Light" pitchFamily="2" charset="77"/>
              <a:sym typeface="Geist Light"/>
            </a:endParaRPr>
          </a:p>
        </p:txBody>
      </p:sp>
      <p:cxnSp>
        <p:nvCxnSpPr>
          <p:cNvPr id="774" name="Google Shape;774;p36"/>
          <p:cNvCxnSpPr/>
          <p:nvPr/>
        </p:nvCxnSpPr>
        <p:spPr>
          <a:xfrm rot="10800000">
            <a:off x="0" y="3447782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75" name="Google Shape;775;p36"/>
          <p:cNvSpPr txBox="1"/>
          <p:nvPr/>
        </p:nvSpPr>
        <p:spPr>
          <a:xfrm>
            <a:off x="3849775" y="3285587"/>
            <a:ext cx="51141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quis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nostrud exercitation ullamco</a:t>
            </a:r>
            <a:endParaRPr sz="12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776" name="Google Shape;776;p36"/>
          <p:cNvSpPr txBox="1"/>
          <p:nvPr/>
        </p:nvSpPr>
        <p:spPr>
          <a:xfrm>
            <a:off x="3849775" y="2936188"/>
            <a:ext cx="5114100" cy="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Title example</a:t>
            </a:r>
            <a:endParaRPr sz="1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777" name="Google Shape;777;p36"/>
          <p:cNvSpPr/>
          <p:nvPr/>
        </p:nvSpPr>
        <p:spPr>
          <a:xfrm>
            <a:off x="179988" y="3253818"/>
            <a:ext cx="199500" cy="194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Geist Light" pitchFamily="2" charset="77"/>
                <a:ea typeface="Geist Light" pitchFamily="2" charset="77"/>
                <a:cs typeface="Geist Light" pitchFamily="2" charset="77"/>
                <a:sym typeface="Geist Light"/>
              </a:rPr>
              <a:t>04</a:t>
            </a:r>
            <a:endParaRPr sz="1200">
              <a:latin typeface="Geist Light" pitchFamily="2" charset="77"/>
              <a:ea typeface="Geist Light" pitchFamily="2" charset="77"/>
              <a:cs typeface="Geist Light" pitchFamily="2" charset="77"/>
              <a:sym typeface="Geist Light"/>
            </a:endParaRPr>
          </a:p>
        </p:txBody>
      </p:sp>
      <p:cxnSp>
        <p:nvCxnSpPr>
          <p:cNvPr id="778" name="Google Shape;778;p36"/>
          <p:cNvCxnSpPr/>
          <p:nvPr/>
        </p:nvCxnSpPr>
        <p:spPr>
          <a:xfrm rot="10800000">
            <a:off x="0" y="4216757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79" name="Google Shape;779;p36"/>
          <p:cNvSpPr txBox="1"/>
          <p:nvPr/>
        </p:nvSpPr>
        <p:spPr>
          <a:xfrm>
            <a:off x="3849775" y="4054562"/>
            <a:ext cx="51141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quis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nostrud exercitation ullamco</a:t>
            </a:r>
            <a:endParaRPr sz="12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780" name="Google Shape;780;p36"/>
          <p:cNvSpPr txBox="1"/>
          <p:nvPr/>
        </p:nvSpPr>
        <p:spPr>
          <a:xfrm>
            <a:off x="3849775" y="3705163"/>
            <a:ext cx="5114100" cy="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Title example</a:t>
            </a:r>
            <a:endParaRPr sz="1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781" name="Google Shape;781;p36"/>
          <p:cNvSpPr/>
          <p:nvPr/>
        </p:nvSpPr>
        <p:spPr>
          <a:xfrm>
            <a:off x="179988" y="4022793"/>
            <a:ext cx="199500" cy="194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latin typeface="Geist Light" pitchFamily="2" charset="77"/>
                <a:ea typeface="Geist Light" pitchFamily="2" charset="77"/>
                <a:cs typeface="Geist Light" pitchFamily="2" charset="77"/>
                <a:sym typeface="Geist Light"/>
              </a:rPr>
              <a:t>05</a:t>
            </a:r>
            <a:endParaRPr sz="1200">
              <a:latin typeface="Geist Light" pitchFamily="2" charset="77"/>
              <a:ea typeface="Geist Light" pitchFamily="2" charset="77"/>
              <a:cs typeface="Geist Light" pitchFamily="2" charset="77"/>
              <a:sym typeface="Geist Light"/>
            </a:endParaRPr>
          </a:p>
        </p:txBody>
      </p:sp>
      <p:sp>
        <p:nvSpPr>
          <p:cNvPr id="3" name="Google Shape;185;p9">
            <a:extLst>
              <a:ext uri="{FF2B5EF4-FFF2-40B4-BE49-F238E27FC236}">
                <a16:creationId xmlns:a16="http://schemas.microsoft.com/office/drawing/2014/main" id="{E2843CDF-3766-87EF-5C25-CDA8DBA2CE47}"/>
              </a:ext>
            </a:extLst>
          </p:cNvPr>
          <p:cNvSpPr txBox="1"/>
          <p:nvPr/>
        </p:nvSpPr>
        <p:spPr>
          <a:xfrm>
            <a:off x="313765" y="165425"/>
            <a:ext cx="7235722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Lorem ipsum dolor sit </a:t>
            </a:r>
            <a:b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</a:br>
            <a: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amet </a:t>
            </a:r>
            <a:r>
              <a:rPr lang="fr" sz="24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consectetur</a:t>
            </a:r>
            <a:endParaRPr sz="2300">
              <a:solidFill>
                <a:schemeClr val="dk1"/>
              </a:solidFill>
              <a:latin typeface="Ufficio 300" pitchFamily="2" charset="0"/>
              <a:ea typeface="Geist"/>
              <a:cs typeface="Geist"/>
              <a:sym typeface="Geist"/>
            </a:endParaRPr>
          </a:p>
        </p:txBody>
      </p:sp>
      <p:sp>
        <p:nvSpPr>
          <p:cNvPr id="5" name="Google Shape;135;p7">
            <a:extLst>
              <a:ext uri="{FF2B5EF4-FFF2-40B4-BE49-F238E27FC236}">
                <a16:creationId xmlns:a16="http://schemas.microsoft.com/office/drawing/2014/main" id="{AAA67A06-B350-362B-0899-B56C5C840180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tx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54</a:t>
            </a:fld>
            <a:endParaRPr lang="fr" sz="1000">
              <a:solidFill>
                <a:schemeClr val="tx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193323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5" name="Google Shape;1035;p45"/>
          <p:cNvCxnSpPr/>
          <p:nvPr/>
        </p:nvCxnSpPr>
        <p:spPr>
          <a:xfrm rot="10800000">
            <a:off x="0" y="1292594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7" name="Google Shape;1037;p45"/>
          <p:cNvCxnSpPr/>
          <p:nvPr/>
        </p:nvCxnSpPr>
        <p:spPr>
          <a:xfrm>
            <a:off x="3849775" y="-5550"/>
            <a:ext cx="0" cy="515460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8" name="Google Shape;1038;p45"/>
          <p:cNvCxnSpPr/>
          <p:nvPr/>
        </p:nvCxnSpPr>
        <p:spPr>
          <a:xfrm rot="10800000">
            <a:off x="0" y="2009357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9" name="Google Shape;1039;p45"/>
          <p:cNvCxnSpPr/>
          <p:nvPr/>
        </p:nvCxnSpPr>
        <p:spPr>
          <a:xfrm rot="10800000">
            <a:off x="0" y="2726132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40" name="Google Shape;1040;p45"/>
          <p:cNvCxnSpPr/>
          <p:nvPr/>
        </p:nvCxnSpPr>
        <p:spPr>
          <a:xfrm rot="10800000">
            <a:off x="0" y="3447782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41" name="Google Shape;1041;p45"/>
          <p:cNvCxnSpPr/>
          <p:nvPr/>
        </p:nvCxnSpPr>
        <p:spPr>
          <a:xfrm rot="10800000">
            <a:off x="0" y="4216757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2" name="Google Shape;1042;p45"/>
          <p:cNvSpPr txBox="1"/>
          <p:nvPr/>
        </p:nvSpPr>
        <p:spPr>
          <a:xfrm>
            <a:off x="3853550" y="867689"/>
            <a:ext cx="2248200" cy="4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8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XX €</a:t>
            </a:r>
            <a:endParaRPr sz="48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043" name="Google Shape;1043;p45"/>
          <p:cNvSpPr txBox="1"/>
          <p:nvPr/>
        </p:nvSpPr>
        <p:spPr>
          <a:xfrm>
            <a:off x="3853550" y="1584327"/>
            <a:ext cx="2248200" cy="4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8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XX €</a:t>
            </a:r>
            <a:endParaRPr sz="48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044" name="Google Shape;1044;p45"/>
          <p:cNvSpPr txBox="1"/>
          <p:nvPr/>
        </p:nvSpPr>
        <p:spPr>
          <a:xfrm>
            <a:off x="3853550" y="2300965"/>
            <a:ext cx="2248200" cy="4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8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XX €</a:t>
            </a:r>
            <a:endParaRPr sz="48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045" name="Google Shape;1045;p45"/>
          <p:cNvSpPr txBox="1"/>
          <p:nvPr/>
        </p:nvSpPr>
        <p:spPr>
          <a:xfrm>
            <a:off x="3853550" y="3026259"/>
            <a:ext cx="2248200" cy="4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8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XX €</a:t>
            </a:r>
            <a:endParaRPr sz="48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046" name="Google Shape;1046;p45"/>
          <p:cNvSpPr txBox="1"/>
          <p:nvPr/>
        </p:nvSpPr>
        <p:spPr>
          <a:xfrm>
            <a:off x="3853550" y="3792921"/>
            <a:ext cx="2248200" cy="4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8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XX €</a:t>
            </a:r>
            <a:endParaRPr sz="48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049" name="Google Shape;1049;p45"/>
          <p:cNvSpPr txBox="1"/>
          <p:nvPr/>
        </p:nvSpPr>
        <p:spPr>
          <a:xfrm>
            <a:off x="6715725" y="920101"/>
            <a:ext cx="2248200" cy="3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Ut enim ad minim veniam,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quis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nostrud exercitation ullamco</a:t>
            </a:r>
            <a:endParaRPr sz="12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050" name="Google Shape;1050;p45"/>
          <p:cNvSpPr txBox="1"/>
          <p:nvPr/>
        </p:nvSpPr>
        <p:spPr>
          <a:xfrm>
            <a:off x="180000" y="1075038"/>
            <a:ext cx="3666000" cy="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Title example</a:t>
            </a:r>
            <a:endParaRPr sz="18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051" name="Google Shape;1051;p45"/>
          <p:cNvSpPr txBox="1"/>
          <p:nvPr/>
        </p:nvSpPr>
        <p:spPr>
          <a:xfrm>
            <a:off x="6715725" y="1636884"/>
            <a:ext cx="2248200" cy="3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Ut enim ad minim veniam,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quis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nostrud exercitation ullamco</a:t>
            </a:r>
            <a:endParaRPr sz="12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052" name="Google Shape;1052;p45"/>
          <p:cNvSpPr txBox="1"/>
          <p:nvPr/>
        </p:nvSpPr>
        <p:spPr>
          <a:xfrm>
            <a:off x="180000" y="1791803"/>
            <a:ext cx="3666000" cy="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Title example</a:t>
            </a:r>
            <a:endParaRPr sz="18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053" name="Google Shape;1053;p45"/>
          <p:cNvSpPr txBox="1"/>
          <p:nvPr/>
        </p:nvSpPr>
        <p:spPr>
          <a:xfrm>
            <a:off x="6715725" y="2353655"/>
            <a:ext cx="2248200" cy="3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Ut enim ad minim veniam,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quis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nostrud exercitation ullamco</a:t>
            </a:r>
            <a:endParaRPr sz="12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054" name="Google Shape;1054;p45"/>
          <p:cNvSpPr txBox="1"/>
          <p:nvPr/>
        </p:nvSpPr>
        <p:spPr>
          <a:xfrm>
            <a:off x="180000" y="2508581"/>
            <a:ext cx="3666000" cy="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Title example</a:t>
            </a:r>
            <a:endParaRPr sz="18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055" name="Google Shape;1055;p45"/>
          <p:cNvSpPr txBox="1"/>
          <p:nvPr/>
        </p:nvSpPr>
        <p:spPr>
          <a:xfrm>
            <a:off x="6715725" y="3075304"/>
            <a:ext cx="2248200" cy="3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Ut enim ad minim veniam,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quis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nostrud exercitation ullamco</a:t>
            </a:r>
            <a:endParaRPr sz="12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056" name="Google Shape;1056;p45"/>
          <p:cNvSpPr txBox="1"/>
          <p:nvPr/>
        </p:nvSpPr>
        <p:spPr>
          <a:xfrm>
            <a:off x="180000" y="3230234"/>
            <a:ext cx="3666000" cy="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Title example</a:t>
            </a:r>
            <a:endParaRPr sz="18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057" name="Google Shape;1057;p45"/>
          <p:cNvSpPr txBox="1"/>
          <p:nvPr/>
        </p:nvSpPr>
        <p:spPr>
          <a:xfrm>
            <a:off x="6715725" y="3844275"/>
            <a:ext cx="2248200" cy="3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Ut enim ad minim veniam, </a:t>
            </a:r>
            <a:r>
              <a:rPr lang="fr" sz="1200" err="1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quis</a:t>
            </a:r>
            <a:r>
              <a:rPr lang="fr" sz="12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 nostrud exercitation ullamco</a:t>
            </a:r>
            <a:endParaRPr sz="12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1058" name="Google Shape;1058;p45"/>
          <p:cNvSpPr txBox="1"/>
          <p:nvPr/>
        </p:nvSpPr>
        <p:spPr>
          <a:xfrm>
            <a:off x="180000" y="3999212"/>
            <a:ext cx="3666000" cy="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Geist"/>
                <a:ea typeface="Geist"/>
                <a:cs typeface="Geist"/>
                <a:sym typeface="Geist"/>
              </a:rPr>
              <a:t>Title example</a:t>
            </a:r>
            <a:endParaRPr sz="1800">
              <a:solidFill>
                <a:schemeClr val="dk1"/>
              </a:solidFill>
              <a:latin typeface="Geist"/>
              <a:ea typeface="Geist"/>
              <a:cs typeface="Geist"/>
              <a:sym typeface="Geist"/>
            </a:endParaRPr>
          </a:p>
        </p:txBody>
      </p:sp>
      <p:sp>
        <p:nvSpPr>
          <p:cNvPr id="3" name="Google Shape;185;p9">
            <a:extLst>
              <a:ext uri="{FF2B5EF4-FFF2-40B4-BE49-F238E27FC236}">
                <a16:creationId xmlns:a16="http://schemas.microsoft.com/office/drawing/2014/main" id="{6B1DD9AD-2F75-1B53-D3B5-25F8951D52C8}"/>
              </a:ext>
            </a:extLst>
          </p:cNvPr>
          <p:cNvSpPr txBox="1"/>
          <p:nvPr/>
        </p:nvSpPr>
        <p:spPr>
          <a:xfrm>
            <a:off x="313765" y="165425"/>
            <a:ext cx="7235722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Lorem ipsum dolor sit </a:t>
            </a:r>
            <a:b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</a:br>
            <a: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amet </a:t>
            </a:r>
            <a:r>
              <a:rPr lang="fr" sz="24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consectetur</a:t>
            </a:r>
            <a:endParaRPr sz="2300">
              <a:solidFill>
                <a:schemeClr val="dk1"/>
              </a:solidFill>
              <a:latin typeface="Ufficio 300" pitchFamily="2" charset="0"/>
              <a:ea typeface="Geist"/>
              <a:cs typeface="Geist"/>
              <a:sym typeface="Geist"/>
            </a:endParaRPr>
          </a:p>
        </p:txBody>
      </p:sp>
      <p:sp>
        <p:nvSpPr>
          <p:cNvPr id="4" name="Google Shape;135;p7">
            <a:extLst>
              <a:ext uri="{FF2B5EF4-FFF2-40B4-BE49-F238E27FC236}">
                <a16:creationId xmlns:a16="http://schemas.microsoft.com/office/drawing/2014/main" id="{8D6F86D8-6E2A-296B-A590-E48572B9B72B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tx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55</a:t>
            </a:fld>
            <a:endParaRPr lang="fr" sz="1000">
              <a:solidFill>
                <a:schemeClr val="tx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520341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621BA38-278A-3236-CB0F-C69CFC8111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922" t="47763" r="2123" b="3181"/>
          <a:stretch>
            <a:fillRect/>
          </a:stretch>
        </p:blipFill>
        <p:spPr>
          <a:xfrm>
            <a:off x="6776573" y="2880174"/>
            <a:ext cx="2217797" cy="1630800"/>
          </a:xfrm>
          <a:prstGeom prst="rect">
            <a:avLst/>
          </a:prstGeom>
        </p:spPr>
      </p:pic>
      <p:cxnSp>
        <p:nvCxnSpPr>
          <p:cNvPr id="1622" name="Google Shape;1622;p66"/>
          <p:cNvCxnSpPr/>
          <p:nvPr/>
        </p:nvCxnSpPr>
        <p:spPr>
          <a:xfrm rot="10800000">
            <a:off x="0" y="2877888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23" name="Google Shape;1623;p66"/>
          <p:cNvSpPr txBox="1"/>
          <p:nvPr/>
        </p:nvSpPr>
        <p:spPr>
          <a:xfrm>
            <a:off x="180000" y="2333457"/>
            <a:ext cx="2205000" cy="3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nostrud exercitation ullamco</a:t>
            </a:r>
            <a:endParaRPr sz="11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1624" name="Google Shape;1624;p66"/>
          <p:cNvSpPr txBox="1"/>
          <p:nvPr/>
        </p:nvSpPr>
        <p:spPr>
          <a:xfrm>
            <a:off x="180000" y="4610400"/>
            <a:ext cx="2205000" cy="3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nostrud exercitation ullamco</a:t>
            </a:r>
            <a:endParaRPr sz="11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1625" name="Google Shape;1625;p66"/>
          <p:cNvSpPr txBox="1"/>
          <p:nvPr/>
        </p:nvSpPr>
        <p:spPr>
          <a:xfrm>
            <a:off x="2376000" y="4610400"/>
            <a:ext cx="2205000" cy="3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nostrud exercitation ullamco</a:t>
            </a:r>
            <a:endParaRPr sz="11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1626" name="Google Shape;1626;p66"/>
          <p:cNvSpPr txBox="1"/>
          <p:nvPr/>
        </p:nvSpPr>
        <p:spPr>
          <a:xfrm>
            <a:off x="4581000" y="4610400"/>
            <a:ext cx="2205000" cy="3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nostrud exercitation ullamco</a:t>
            </a:r>
            <a:endParaRPr sz="11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1627" name="Google Shape;1627;p66"/>
          <p:cNvSpPr txBox="1"/>
          <p:nvPr/>
        </p:nvSpPr>
        <p:spPr>
          <a:xfrm>
            <a:off x="6795000" y="4610400"/>
            <a:ext cx="2205000" cy="3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nostrud exercitation ullamco</a:t>
            </a:r>
            <a:endParaRPr sz="11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1628" name="Google Shape;1628;p66"/>
          <p:cNvSpPr txBox="1"/>
          <p:nvPr/>
        </p:nvSpPr>
        <p:spPr>
          <a:xfrm>
            <a:off x="2376000" y="2333457"/>
            <a:ext cx="2205000" cy="3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nostrud exercitation ullamco</a:t>
            </a:r>
            <a:endParaRPr sz="11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1629" name="Google Shape;1629;p66"/>
          <p:cNvSpPr txBox="1"/>
          <p:nvPr/>
        </p:nvSpPr>
        <p:spPr>
          <a:xfrm>
            <a:off x="4581000" y="2333457"/>
            <a:ext cx="2205000" cy="3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nostrud exercitation ullamco</a:t>
            </a:r>
            <a:endParaRPr sz="11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1630" name="Google Shape;1630;p66"/>
          <p:cNvSpPr txBox="1"/>
          <p:nvPr/>
        </p:nvSpPr>
        <p:spPr>
          <a:xfrm>
            <a:off x="6795000" y="2333457"/>
            <a:ext cx="2205000" cy="3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nostrud exercitation ullamco</a:t>
            </a:r>
            <a:endParaRPr sz="11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2" name="Google Shape;523;p27">
            <a:extLst>
              <a:ext uri="{FF2B5EF4-FFF2-40B4-BE49-F238E27FC236}">
                <a16:creationId xmlns:a16="http://schemas.microsoft.com/office/drawing/2014/main" id="{88F4BBBB-B11B-A268-5497-60579C381048}"/>
              </a:ext>
            </a:extLst>
          </p:cNvPr>
          <p:cNvSpPr txBox="1"/>
          <p:nvPr/>
        </p:nvSpPr>
        <p:spPr>
          <a:xfrm>
            <a:off x="143900" y="137940"/>
            <a:ext cx="88560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Lorem ipsum </a:t>
            </a:r>
            <a:r>
              <a:rPr lang="fr" sz="2300" err="1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dolor</a:t>
            </a:r>
            <a: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 </a:t>
            </a:r>
            <a:r>
              <a:rPr lang="fr" sz="2300" err="1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sit</a:t>
            </a:r>
            <a: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 </a:t>
            </a:r>
            <a:r>
              <a:rPr lang="fr" sz="2300" err="1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amet</a:t>
            </a:r>
            <a:endParaRPr lang="fr" sz="2300">
              <a:solidFill>
                <a:schemeClr val="dk1"/>
              </a:solidFill>
              <a:latin typeface="Ufficio 300" pitchFamily="2" charset="0"/>
              <a:ea typeface="Geist"/>
              <a:cs typeface="Geist"/>
              <a:sym typeface="Geis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chemeClr val="dk1"/>
              </a:solidFill>
              <a:latin typeface="Ufficio 300" pitchFamily="2" charset="0"/>
              <a:ea typeface="Geist"/>
              <a:cs typeface="Geist"/>
              <a:sym typeface="Geist"/>
            </a:endParaRPr>
          </a:p>
        </p:txBody>
      </p:sp>
      <p:sp>
        <p:nvSpPr>
          <p:cNvPr id="4" name="Google Shape;135;p7">
            <a:extLst>
              <a:ext uri="{FF2B5EF4-FFF2-40B4-BE49-F238E27FC236}">
                <a16:creationId xmlns:a16="http://schemas.microsoft.com/office/drawing/2014/main" id="{D0D6F758-C3D2-D508-F76F-2FD0E3175157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tx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56</a:t>
            </a:fld>
            <a:endParaRPr lang="fr" sz="1000">
              <a:solidFill>
                <a:schemeClr val="tx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D7C74C9-235A-E5F3-5C3D-7D64F53E3D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868" t="40692" r="42874" b="30747"/>
          <a:stretch>
            <a:fillRect/>
          </a:stretch>
        </p:blipFill>
        <p:spPr>
          <a:xfrm>
            <a:off x="181580" y="2882653"/>
            <a:ext cx="2205898" cy="1624853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B2DF054B-6671-7671-8AB8-2EDFA00102C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3871" t="11134" r="18944" b="14266"/>
          <a:stretch>
            <a:fillRect/>
          </a:stretch>
        </p:blipFill>
        <p:spPr>
          <a:xfrm>
            <a:off x="2367427" y="2880174"/>
            <a:ext cx="2224623" cy="1630017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BFEA4E62-DC64-7C7B-B668-3CC85142860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257" t="21373" r="-61"/>
          <a:stretch>
            <a:fillRect/>
          </a:stretch>
        </p:blipFill>
        <p:spPr>
          <a:xfrm>
            <a:off x="4592049" y="2879846"/>
            <a:ext cx="2283767" cy="162765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51C9339-ECD7-BB6B-5F41-3841A4F88847}"/>
              </a:ext>
            </a:extLst>
          </p:cNvPr>
          <p:cNvSpPr/>
          <p:nvPr/>
        </p:nvSpPr>
        <p:spPr>
          <a:xfrm>
            <a:off x="184016" y="609600"/>
            <a:ext cx="2205900" cy="15883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E6572D-8098-734F-0EE1-DDFD5BF98831}"/>
              </a:ext>
            </a:extLst>
          </p:cNvPr>
          <p:cNvSpPr/>
          <p:nvPr/>
        </p:nvSpPr>
        <p:spPr>
          <a:xfrm>
            <a:off x="2385000" y="609600"/>
            <a:ext cx="2205900" cy="15883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323095-CA41-4E2A-DA3D-76FFA5AB51DA}"/>
              </a:ext>
            </a:extLst>
          </p:cNvPr>
          <p:cNvSpPr/>
          <p:nvPr/>
        </p:nvSpPr>
        <p:spPr>
          <a:xfrm>
            <a:off x="4590900" y="608421"/>
            <a:ext cx="2205900" cy="15883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325392-74AE-B5FF-B82A-796EC06A9A3F}"/>
              </a:ext>
            </a:extLst>
          </p:cNvPr>
          <p:cNvSpPr/>
          <p:nvPr/>
        </p:nvSpPr>
        <p:spPr>
          <a:xfrm>
            <a:off x="6788470" y="608421"/>
            <a:ext cx="2205900" cy="1588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3" name="Google Shape;1631;p66">
            <a:extLst>
              <a:ext uri="{FF2B5EF4-FFF2-40B4-BE49-F238E27FC236}">
                <a16:creationId xmlns:a16="http://schemas.microsoft.com/office/drawing/2014/main" id="{5EA4039C-A0D1-66BE-8B3C-EC45B5F96240}"/>
              </a:ext>
            </a:extLst>
          </p:cNvPr>
          <p:cNvCxnSpPr/>
          <p:nvPr/>
        </p:nvCxnSpPr>
        <p:spPr>
          <a:xfrm rot="10800000">
            <a:off x="0" y="606312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Google Shape;1631;p66">
            <a:extLst>
              <a:ext uri="{FF2B5EF4-FFF2-40B4-BE49-F238E27FC236}">
                <a16:creationId xmlns:a16="http://schemas.microsoft.com/office/drawing/2014/main" id="{113147B8-1DCE-432C-2271-BB602963A5F2}"/>
              </a:ext>
            </a:extLst>
          </p:cNvPr>
          <p:cNvCxnSpPr/>
          <p:nvPr/>
        </p:nvCxnSpPr>
        <p:spPr>
          <a:xfrm rot="10800000">
            <a:off x="-200" y="2196781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Google Shape;1631;p66">
            <a:extLst>
              <a:ext uri="{FF2B5EF4-FFF2-40B4-BE49-F238E27FC236}">
                <a16:creationId xmlns:a16="http://schemas.microsoft.com/office/drawing/2014/main" id="{91DEBAC1-D416-380E-04E8-C61B1983B86C}"/>
              </a:ext>
            </a:extLst>
          </p:cNvPr>
          <p:cNvCxnSpPr/>
          <p:nvPr/>
        </p:nvCxnSpPr>
        <p:spPr>
          <a:xfrm rot="10800000">
            <a:off x="5192" y="4508528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23588248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1" name="Google Shape;1701;p69"/>
          <p:cNvGrpSpPr/>
          <p:nvPr/>
        </p:nvGrpSpPr>
        <p:grpSpPr>
          <a:xfrm>
            <a:off x="0" y="-5550"/>
            <a:ext cx="9144000" cy="5160150"/>
            <a:chOff x="0" y="-5550"/>
            <a:chExt cx="9144000" cy="5160150"/>
          </a:xfrm>
        </p:grpSpPr>
        <p:grpSp>
          <p:nvGrpSpPr>
            <p:cNvPr id="1702" name="Google Shape;1702;p69"/>
            <p:cNvGrpSpPr/>
            <p:nvPr/>
          </p:nvGrpSpPr>
          <p:grpSpPr>
            <a:xfrm>
              <a:off x="0" y="-5550"/>
              <a:ext cx="9144000" cy="5160150"/>
              <a:chOff x="0" y="-5550"/>
              <a:chExt cx="9144000" cy="5160150"/>
            </a:xfrm>
          </p:grpSpPr>
          <p:cxnSp>
            <p:nvCxnSpPr>
              <p:cNvPr id="1703" name="Google Shape;1703;p69"/>
              <p:cNvCxnSpPr/>
              <p:nvPr/>
            </p:nvCxnSpPr>
            <p:spPr>
              <a:xfrm>
                <a:off x="180000" y="-5550"/>
                <a:ext cx="0" cy="5154600"/>
              </a:xfrm>
              <a:prstGeom prst="straightConnector1">
                <a:avLst/>
              </a:prstGeom>
              <a:noFill/>
              <a:ln w="635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04" name="Google Shape;1704;p69"/>
              <p:cNvCxnSpPr/>
              <p:nvPr/>
            </p:nvCxnSpPr>
            <p:spPr>
              <a:xfrm>
                <a:off x="9000000" y="0"/>
                <a:ext cx="0" cy="5154600"/>
              </a:xfrm>
              <a:prstGeom prst="straightConnector1">
                <a:avLst/>
              </a:prstGeom>
              <a:noFill/>
              <a:ln w="635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05" name="Google Shape;1705;p69"/>
              <p:cNvCxnSpPr/>
              <p:nvPr/>
            </p:nvCxnSpPr>
            <p:spPr>
              <a:xfrm rot="10800000">
                <a:off x="0" y="4963488"/>
                <a:ext cx="9144000" cy="0"/>
              </a:xfrm>
              <a:prstGeom prst="straightConnector1">
                <a:avLst/>
              </a:prstGeom>
              <a:noFill/>
              <a:ln w="6350" cap="flat" cmpd="sng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706" name="Google Shape;1706;p69"/>
            <p:cNvCxnSpPr/>
            <p:nvPr/>
          </p:nvCxnSpPr>
          <p:spPr>
            <a:xfrm rot="10800000">
              <a:off x="0" y="196113"/>
              <a:ext cx="9144000" cy="0"/>
            </a:xfrm>
            <a:prstGeom prst="straightConnector1">
              <a:avLst/>
            </a:prstGeom>
            <a:noFill/>
            <a:ln w="635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707" name="Google Shape;1707;p69"/>
          <p:cNvCxnSpPr/>
          <p:nvPr/>
        </p:nvCxnSpPr>
        <p:spPr>
          <a:xfrm>
            <a:off x="8146731" y="0"/>
            <a:ext cx="0" cy="5154600"/>
          </a:xfrm>
          <a:prstGeom prst="straightConnector1">
            <a:avLst/>
          </a:prstGeom>
          <a:noFill/>
          <a:ln w="635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8" name="Google Shape;1708;p69"/>
          <p:cNvCxnSpPr/>
          <p:nvPr/>
        </p:nvCxnSpPr>
        <p:spPr>
          <a:xfrm>
            <a:off x="5037706" y="0"/>
            <a:ext cx="0" cy="5154600"/>
          </a:xfrm>
          <a:prstGeom prst="straightConnector1">
            <a:avLst/>
          </a:prstGeom>
          <a:noFill/>
          <a:ln w="635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9" name="Google Shape;1709;p69"/>
          <p:cNvCxnSpPr/>
          <p:nvPr/>
        </p:nvCxnSpPr>
        <p:spPr>
          <a:xfrm rot="10800000">
            <a:off x="0" y="3308613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10" name="Google Shape;1710;p69"/>
          <p:cNvSpPr txBox="1"/>
          <p:nvPr/>
        </p:nvSpPr>
        <p:spPr>
          <a:xfrm>
            <a:off x="187992" y="107600"/>
            <a:ext cx="40470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Thanks for </a:t>
            </a:r>
            <a:br>
              <a:rPr lang="fr" sz="24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</a:br>
            <a:r>
              <a:rPr lang="fr" sz="24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watching!</a:t>
            </a:r>
            <a:endParaRPr sz="2400">
              <a:solidFill>
                <a:schemeClr val="dk1"/>
              </a:solidFill>
              <a:latin typeface="Ufficio 300" pitchFamily="2" charset="0"/>
              <a:ea typeface="Geist"/>
              <a:cs typeface="Geist"/>
              <a:sym typeface="Geist"/>
            </a:endParaRPr>
          </a:p>
        </p:txBody>
      </p:sp>
      <p:pic>
        <p:nvPicPr>
          <p:cNvPr id="3" name="Google Shape;28;p3" title="Vector.png">
            <a:extLst>
              <a:ext uri="{FF2B5EF4-FFF2-40B4-BE49-F238E27FC236}">
                <a16:creationId xmlns:a16="http://schemas.microsoft.com/office/drawing/2014/main" id="{0EE92F3C-8512-9D2B-8F46-590E7EE9C53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96212" y="200950"/>
            <a:ext cx="398950" cy="39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0" name="Google Shape;1700;p69" title="Diametra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0000" y="3313262"/>
            <a:ext cx="8819999" cy="1662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34">
          <a:extLst>
            <a:ext uri="{FF2B5EF4-FFF2-40B4-BE49-F238E27FC236}">
              <a16:creationId xmlns:a16="http://schemas.microsoft.com/office/drawing/2014/main" id="{96E4F74B-636F-D052-05FD-13E944204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7">
            <a:extLst>
              <a:ext uri="{FF2B5EF4-FFF2-40B4-BE49-F238E27FC236}">
                <a16:creationId xmlns:a16="http://schemas.microsoft.com/office/drawing/2014/main" id="{2ADA75A6-3CF6-5E1D-866F-975A1AAFEEDE}"/>
              </a:ext>
            </a:extLst>
          </p:cNvPr>
          <p:cNvGrpSpPr/>
          <p:nvPr/>
        </p:nvGrpSpPr>
        <p:grpSpPr>
          <a:xfrm>
            <a:off x="0" y="-5550"/>
            <a:ext cx="9144000" cy="5154600"/>
            <a:chOff x="0" y="-5550"/>
            <a:chExt cx="9144000" cy="5154600"/>
          </a:xfrm>
        </p:grpSpPr>
        <p:grpSp>
          <p:nvGrpSpPr>
            <p:cNvPr id="138" name="Google Shape;138;p7">
              <a:extLst>
                <a:ext uri="{FF2B5EF4-FFF2-40B4-BE49-F238E27FC236}">
                  <a16:creationId xmlns:a16="http://schemas.microsoft.com/office/drawing/2014/main" id="{84A1DC4F-E3DC-AA23-F9BC-B3CA41DF737A}"/>
                </a:ext>
              </a:extLst>
            </p:cNvPr>
            <p:cNvGrpSpPr/>
            <p:nvPr/>
          </p:nvGrpSpPr>
          <p:grpSpPr>
            <a:xfrm>
              <a:off x="0" y="-5550"/>
              <a:ext cx="9144000" cy="5154600"/>
              <a:chOff x="0" y="-5550"/>
              <a:chExt cx="9144000" cy="5154600"/>
            </a:xfrm>
          </p:grpSpPr>
          <p:cxnSp>
            <p:nvCxnSpPr>
              <p:cNvPr id="139" name="Google Shape;139;p7">
                <a:extLst>
                  <a:ext uri="{FF2B5EF4-FFF2-40B4-BE49-F238E27FC236}">
                    <a16:creationId xmlns:a16="http://schemas.microsoft.com/office/drawing/2014/main" id="{4A6286F7-CBBA-B7A4-FEFB-198078DB3F99}"/>
                  </a:ext>
                </a:extLst>
              </p:cNvPr>
              <p:cNvCxnSpPr/>
              <p:nvPr/>
            </p:nvCxnSpPr>
            <p:spPr>
              <a:xfrm>
                <a:off x="1650000" y="-5550"/>
                <a:ext cx="0" cy="5154600"/>
              </a:xfrm>
              <a:prstGeom prst="straightConnector1">
                <a:avLst/>
              </a:prstGeom>
              <a:noFill/>
              <a:ln w="6350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" name="Google Shape;143;p7">
                <a:extLst>
                  <a:ext uri="{FF2B5EF4-FFF2-40B4-BE49-F238E27FC236}">
                    <a16:creationId xmlns:a16="http://schemas.microsoft.com/office/drawing/2014/main" id="{ECD17ED5-8159-C0D4-AE63-0C1754EA3A21}"/>
                  </a:ext>
                </a:extLst>
              </p:cNvPr>
              <p:cNvCxnSpPr/>
              <p:nvPr/>
            </p:nvCxnSpPr>
            <p:spPr>
              <a:xfrm rot="10800000">
                <a:off x="0" y="1918188"/>
                <a:ext cx="9144000" cy="0"/>
              </a:xfrm>
              <a:prstGeom prst="straightConnector1">
                <a:avLst/>
              </a:prstGeom>
              <a:noFill/>
              <a:ln w="6350" cap="flat" cmpd="sng">
                <a:solidFill>
                  <a:schemeClr val="accent6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45" name="Google Shape;145;p7">
              <a:extLst>
                <a:ext uri="{FF2B5EF4-FFF2-40B4-BE49-F238E27FC236}">
                  <a16:creationId xmlns:a16="http://schemas.microsoft.com/office/drawing/2014/main" id="{38C4C20C-39A0-FF05-0726-2620D4A502B5}"/>
                </a:ext>
              </a:extLst>
            </p:cNvPr>
            <p:cNvCxnSpPr/>
            <p:nvPr/>
          </p:nvCxnSpPr>
          <p:spPr>
            <a:xfrm>
              <a:off x="7530000" y="-5550"/>
              <a:ext cx="0" cy="5154600"/>
            </a:xfrm>
            <a:prstGeom prst="straightConnector1">
              <a:avLst/>
            </a:prstGeom>
            <a:noFill/>
            <a:ln w="635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6" name="Google Shape;146;p7">
              <a:extLst>
                <a:ext uri="{FF2B5EF4-FFF2-40B4-BE49-F238E27FC236}">
                  <a16:creationId xmlns:a16="http://schemas.microsoft.com/office/drawing/2014/main" id="{9E9178A7-9AE5-86B2-CAF6-72F16524A4DC}"/>
                </a:ext>
              </a:extLst>
            </p:cNvPr>
            <p:cNvCxnSpPr/>
            <p:nvPr/>
          </p:nvCxnSpPr>
          <p:spPr>
            <a:xfrm rot="10800000">
              <a:off x="0" y="3093463"/>
              <a:ext cx="9144000" cy="0"/>
            </a:xfrm>
            <a:prstGeom prst="straightConnector1">
              <a:avLst/>
            </a:prstGeom>
            <a:noFill/>
            <a:ln w="6350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9" name="Google Shape;149;p7">
            <a:extLst>
              <a:ext uri="{FF2B5EF4-FFF2-40B4-BE49-F238E27FC236}">
                <a16:creationId xmlns:a16="http://schemas.microsoft.com/office/drawing/2014/main" id="{7489510F-6716-F654-9BF0-54573269F724}"/>
              </a:ext>
            </a:extLst>
          </p:cNvPr>
          <p:cNvSpPr txBox="1"/>
          <p:nvPr/>
        </p:nvSpPr>
        <p:spPr>
          <a:xfrm>
            <a:off x="1614000" y="1687935"/>
            <a:ext cx="5916000" cy="17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7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Appendix</a:t>
            </a:r>
            <a:endParaRPr sz="4700">
              <a:solidFill>
                <a:schemeClr val="dk1"/>
              </a:solidFill>
              <a:latin typeface="Ufficio 300" pitchFamily="2" charset="0"/>
              <a:ea typeface="Geist"/>
              <a:cs typeface="Geist"/>
              <a:sym typeface="Geist"/>
            </a:endParaRPr>
          </a:p>
        </p:txBody>
      </p:sp>
      <p:sp>
        <p:nvSpPr>
          <p:cNvPr id="2" name="Google Shape;135;p7">
            <a:extLst>
              <a:ext uri="{FF2B5EF4-FFF2-40B4-BE49-F238E27FC236}">
                <a16:creationId xmlns:a16="http://schemas.microsoft.com/office/drawing/2014/main" id="{9B2CA196-D398-5BF8-2326-1EEA3EE5DE33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tx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58</a:t>
            </a:fld>
            <a:endParaRPr lang="fr" sz="1000">
              <a:solidFill>
                <a:schemeClr val="tx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5648062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47B115D8-3DE5-A228-EF5E-19A42E40E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21C27AFC-D8AA-4D50-975C-B2237270F3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293" y="2045958"/>
            <a:ext cx="3720318" cy="1408052"/>
          </a:xfrm>
          <a:prstGeom prst="rect">
            <a:avLst/>
          </a:prstGeom>
        </p:spPr>
      </p:pic>
      <p:sp>
        <p:nvSpPr>
          <p:cNvPr id="3" name="Google Shape;151;p7">
            <a:extLst>
              <a:ext uri="{FF2B5EF4-FFF2-40B4-BE49-F238E27FC236}">
                <a16:creationId xmlns:a16="http://schemas.microsoft.com/office/drawing/2014/main" id="{B5481926-1021-ADF3-C355-E93307C68980}"/>
              </a:ext>
            </a:extLst>
          </p:cNvPr>
          <p:cNvSpPr/>
          <p:nvPr/>
        </p:nvSpPr>
        <p:spPr>
          <a:xfrm>
            <a:off x="188294" y="1545307"/>
            <a:ext cx="1315131" cy="301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Geist Light"/>
                <a:ea typeface="Geist Light"/>
                <a:cs typeface="Geist Light"/>
                <a:sym typeface="Geist Light"/>
              </a:rPr>
              <a:t>MAIN PALETTE</a:t>
            </a:r>
            <a:endParaRPr>
              <a:latin typeface="Geist Light"/>
              <a:ea typeface="Geist Light"/>
              <a:cs typeface="Geist Light"/>
              <a:sym typeface="Geist Light"/>
            </a:endParaRPr>
          </a:p>
        </p:txBody>
      </p:sp>
      <p:sp>
        <p:nvSpPr>
          <p:cNvPr id="4" name="Google Shape;151;p7">
            <a:extLst>
              <a:ext uri="{FF2B5EF4-FFF2-40B4-BE49-F238E27FC236}">
                <a16:creationId xmlns:a16="http://schemas.microsoft.com/office/drawing/2014/main" id="{62F5984C-2D66-228B-654A-97DA327C4A4A}"/>
              </a:ext>
            </a:extLst>
          </p:cNvPr>
          <p:cNvSpPr/>
          <p:nvPr/>
        </p:nvSpPr>
        <p:spPr>
          <a:xfrm>
            <a:off x="4553664" y="1545307"/>
            <a:ext cx="1914450" cy="301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Geist Light"/>
                <a:ea typeface="Geist Light"/>
                <a:cs typeface="Geist Light"/>
                <a:sym typeface="Geist Light"/>
              </a:rPr>
              <a:t>SECONDARY PALETTE</a:t>
            </a:r>
            <a:endParaRPr>
              <a:latin typeface="Geist Light"/>
              <a:ea typeface="Geist Light"/>
              <a:cs typeface="Geist Light"/>
              <a:sym typeface="Geist Light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45591D4-CFFB-A9A1-CB41-168DA6074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9825" y="2019516"/>
            <a:ext cx="4031796" cy="1104468"/>
          </a:xfrm>
          <a:prstGeom prst="rect">
            <a:avLst/>
          </a:prstGeom>
        </p:spPr>
      </p:pic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487E7BF3-4498-991C-C882-33149FB38AD4}"/>
              </a:ext>
            </a:extLst>
          </p:cNvPr>
          <p:cNvCxnSpPr>
            <a:cxnSpLocks/>
          </p:cNvCxnSpPr>
          <p:nvPr/>
        </p:nvCxnSpPr>
        <p:spPr>
          <a:xfrm flipV="1">
            <a:off x="0" y="106308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Google Shape;36;p4">
            <a:extLst>
              <a:ext uri="{FF2B5EF4-FFF2-40B4-BE49-F238E27FC236}">
                <a16:creationId xmlns:a16="http://schemas.microsoft.com/office/drawing/2014/main" id="{F4040B8E-73C0-FF7B-3A59-6852FB0BD220}"/>
              </a:ext>
            </a:extLst>
          </p:cNvPr>
          <p:cNvSpPr txBox="1"/>
          <p:nvPr/>
        </p:nvSpPr>
        <p:spPr>
          <a:xfrm>
            <a:off x="326571" y="289910"/>
            <a:ext cx="606429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Tx/>
              <a:buFont typeface="Geist"/>
              <a:buNone/>
              <a:tabLst/>
              <a:defRPr/>
            </a:pPr>
            <a:r>
              <a:rPr kumimoji="0" lang="fr-FR" sz="2300" b="0" i="0" u="none" strike="noStrike" kern="0" cap="none" spc="0" normalizeH="0" baseline="0" noProof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Ufficio 300" pitchFamily="2" charset="0"/>
                <a:ea typeface="Geist"/>
                <a:cs typeface="Geist"/>
                <a:sym typeface="Geist"/>
              </a:rPr>
              <a:t>Template </a:t>
            </a:r>
            <a:r>
              <a:rPr kumimoji="0" lang="fr-FR" sz="2300" b="0" i="0" u="none" strike="noStrike" kern="0" cap="none" spc="0" normalizeH="0" baseline="0" noProof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Ufficio 300" pitchFamily="2" charset="0"/>
                <a:ea typeface="Geist"/>
                <a:cs typeface="Geist"/>
                <a:sym typeface="Geist"/>
              </a:rPr>
              <a:t>tips</a:t>
            </a:r>
            <a:r>
              <a:rPr kumimoji="0" lang="fr-FR" sz="2300" b="0" i="0" u="none" strike="noStrike" kern="0" cap="none" spc="0" normalizeH="0" baseline="0" noProof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Ufficio 300" pitchFamily="2" charset="0"/>
                <a:ea typeface="Geist"/>
                <a:cs typeface="Geist"/>
                <a:sym typeface="Geist"/>
              </a:rPr>
              <a:t> and key infos</a:t>
            </a:r>
          </a:p>
        </p:txBody>
      </p:sp>
      <p:sp>
        <p:nvSpPr>
          <p:cNvPr id="8" name="Google Shape;135;p7">
            <a:extLst>
              <a:ext uri="{FF2B5EF4-FFF2-40B4-BE49-F238E27FC236}">
                <a16:creationId xmlns:a16="http://schemas.microsoft.com/office/drawing/2014/main" id="{639BA208-779D-0AB9-13D8-54F667CC2A79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tx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59</a:t>
            </a:fld>
            <a:endParaRPr lang="fr" sz="1000">
              <a:solidFill>
                <a:schemeClr val="tx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58826785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E697F5AB-A867-B860-225E-46B036223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1;p7">
            <a:extLst>
              <a:ext uri="{FF2B5EF4-FFF2-40B4-BE49-F238E27FC236}">
                <a16:creationId xmlns:a16="http://schemas.microsoft.com/office/drawing/2014/main" id="{8692D79B-DA5A-9935-6BB9-29A7FD45A170}"/>
              </a:ext>
            </a:extLst>
          </p:cNvPr>
          <p:cNvSpPr/>
          <p:nvPr/>
        </p:nvSpPr>
        <p:spPr>
          <a:xfrm>
            <a:off x="188295" y="1545307"/>
            <a:ext cx="709874" cy="301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Geist Light"/>
                <a:ea typeface="Geist Light"/>
                <a:cs typeface="Geist Light"/>
                <a:sym typeface="Geist Light"/>
              </a:rPr>
              <a:t>ICONS</a:t>
            </a:r>
            <a:endParaRPr>
              <a:latin typeface="Geist Light"/>
              <a:ea typeface="Geist Light"/>
              <a:cs typeface="Geist Light"/>
              <a:sym typeface="Geist Light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8B16181-CE8D-7907-0737-7896565F8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103" y="2171713"/>
            <a:ext cx="4183785" cy="2249962"/>
          </a:xfrm>
          <a:prstGeom prst="rect">
            <a:avLst/>
          </a:prstGeom>
        </p:spPr>
      </p:pic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472302BE-0CF1-0B2F-221B-D6CDAADC5765}"/>
              </a:ext>
            </a:extLst>
          </p:cNvPr>
          <p:cNvCxnSpPr>
            <a:cxnSpLocks/>
          </p:cNvCxnSpPr>
          <p:nvPr/>
        </p:nvCxnSpPr>
        <p:spPr>
          <a:xfrm flipV="1">
            <a:off x="0" y="106308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Google Shape;36;p4">
            <a:extLst>
              <a:ext uri="{FF2B5EF4-FFF2-40B4-BE49-F238E27FC236}">
                <a16:creationId xmlns:a16="http://schemas.microsoft.com/office/drawing/2014/main" id="{989C3C71-6B7E-D482-3E14-5340097A02AE}"/>
              </a:ext>
            </a:extLst>
          </p:cNvPr>
          <p:cNvSpPr txBox="1"/>
          <p:nvPr/>
        </p:nvSpPr>
        <p:spPr>
          <a:xfrm>
            <a:off x="326571" y="289910"/>
            <a:ext cx="3673946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SzTx/>
              <a:buFont typeface="Geist"/>
              <a:buNone/>
              <a:tabLst/>
              <a:defRPr/>
            </a:pPr>
            <a:r>
              <a:rPr kumimoji="0" lang="fr-FR" sz="2300" b="0" i="0" u="none" strike="noStrike" kern="0" cap="none" spc="0" normalizeH="0" baseline="0" noProof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Ufficio 300" pitchFamily="2" charset="0"/>
                <a:ea typeface="Geist"/>
                <a:cs typeface="Geist"/>
                <a:sym typeface="Geist"/>
              </a:rPr>
              <a:t>Template </a:t>
            </a:r>
            <a:r>
              <a:rPr kumimoji="0" lang="fr-FR" sz="2300" b="0" i="0" u="none" strike="noStrike" kern="0" cap="none" spc="0" normalizeH="0" baseline="0" noProof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Ufficio 300" pitchFamily="2" charset="0"/>
                <a:ea typeface="Geist"/>
                <a:cs typeface="Geist"/>
                <a:sym typeface="Geist"/>
              </a:rPr>
              <a:t>tips</a:t>
            </a:r>
            <a:r>
              <a:rPr kumimoji="0" lang="fr-FR" sz="2300" b="0" i="0" u="none" strike="noStrike" kern="0" cap="none" spc="0" normalizeH="0" baseline="0" noProof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Ufficio 300" pitchFamily="2" charset="0"/>
                <a:ea typeface="Geist"/>
                <a:cs typeface="Geist"/>
                <a:sym typeface="Geist"/>
              </a:rPr>
              <a:t> and key infos</a:t>
            </a:r>
          </a:p>
        </p:txBody>
      </p:sp>
      <p:pic>
        <p:nvPicPr>
          <p:cNvPr id="19" name="Graphique 18" descr="Diagramme de Gantt contour">
            <a:extLst>
              <a:ext uri="{FF2B5EF4-FFF2-40B4-BE49-F238E27FC236}">
                <a16:creationId xmlns:a16="http://schemas.microsoft.com/office/drawing/2014/main" id="{EB317264-FD8D-83BA-5383-D761801C74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3165" y="2533314"/>
            <a:ext cx="432000" cy="432000"/>
          </a:xfrm>
          <a:prstGeom prst="rect">
            <a:avLst/>
          </a:prstGeom>
        </p:spPr>
      </p:pic>
      <p:sp>
        <p:nvSpPr>
          <p:cNvPr id="45" name="Google Shape;151;p7">
            <a:extLst>
              <a:ext uri="{FF2B5EF4-FFF2-40B4-BE49-F238E27FC236}">
                <a16:creationId xmlns:a16="http://schemas.microsoft.com/office/drawing/2014/main" id="{38DA6415-DFC2-6680-E5AE-1C2F549AAE72}"/>
              </a:ext>
            </a:extLst>
          </p:cNvPr>
          <p:cNvSpPr/>
          <p:nvPr/>
        </p:nvSpPr>
        <p:spPr>
          <a:xfrm>
            <a:off x="950142" y="1545307"/>
            <a:ext cx="2317864" cy="301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fr-FR">
                <a:latin typeface="Geist Light"/>
                <a:ea typeface="Geist Light"/>
                <a:cs typeface="Geist Light"/>
                <a:sym typeface="Geist Light"/>
              </a:rPr>
              <a:t>https://</a:t>
            </a:r>
            <a:r>
              <a:rPr lang="fr-FR" err="1">
                <a:latin typeface="Geist Light"/>
                <a:ea typeface="Geist Light"/>
                <a:cs typeface="Geist Light"/>
                <a:sym typeface="Geist Light"/>
              </a:rPr>
              <a:t>phosphoricons.com</a:t>
            </a:r>
            <a:endParaRPr>
              <a:latin typeface="Geist Light"/>
              <a:ea typeface="Geist Light"/>
              <a:cs typeface="Geist Light"/>
              <a:sym typeface="Geist Light"/>
            </a:endParaRPr>
          </a:p>
        </p:txBody>
      </p:sp>
      <p:pic>
        <p:nvPicPr>
          <p:cNvPr id="54" name="Graphique 53" descr="Cristaux avec un remplissage uni">
            <a:extLst>
              <a:ext uri="{FF2B5EF4-FFF2-40B4-BE49-F238E27FC236}">
                <a16:creationId xmlns:a16="http://schemas.microsoft.com/office/drawing/2014/main" id="{C4CB0C00-98C1-24D2-E989-A47518D0F8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74848" y="1634814"/>
            <a:ext cx="252000" cy="252000"/>
          </a:xfrm>
          <a:prstGeom prst="rect">
            <a:avLst/>
          </a:prstGeom>
        </p:spPr>
      </p:pic>
      <p:pic>
        <p:nvPicPr>
          <p:cNvPr id="55" name="Graphique 54" descr="Diamant avec un remplissage uni">
            <a:extLst>
              <a:ext uri="{FF2B5EF4-FFF2-40B4-BE49-F238E27FC236}">
                <a16:creationId xmlns:a16="http://schemas.microsoft.com/office/drawing/2014/main" id="{EA2FB569-E096-91C9-EB2A-74A48D0DE9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73769" y="1652232"/>
            <a:ext cx="252000" cy="252000"/>
          </a:xfrm>
          <a:prstGeom prst="rect">
            <a:avLst/>
          </a:prstGeom>
        </p:spPr>
      </p:pic>
      <p:pic>
        <p:nvPicPr>
          <p:cNvPr id="56" name="Graphique 55" descr="Ampoule et engrenage avec un remplissage uni">
            <a:extLst>
              <a:ext uri="{FF2B5EF4-FFF2-40B4-BE49-F238E27FC236}">
                <a16:creationId xmlns:a16="http://schemas.microsoft.com/office/drawing/2014/main" id="{17C1ED44-2BD2-4187-CA47-4AA711291B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21404" y="1634814"/>
            <a:ext cx="252000" cy="252000"/>
          </a:xfrm>
          <a:prstGeom prst="rect">
            <a:avLst/>
          </a:prstGeom>
        </p:spPr>
      </p:pic>
      <p:pic>
        <p:nvPicPr>
          <p:cNvPr id="57" name="Graphique 56" descr="Ampoule et crayon avec un remplissage uni">
            <a:extLst>
              <a:ext uri="{FF2B5EF4-FFF2-40B4-BE49-F238E27FC236}">
                <a16:creationId xmlns:a16="http://schemas.microsoft.com/office/drawing/2014/main" id="{E69A1460-48EA-7B63-CAEB-727016438F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34203" y="1634814"/>
            <a:ext cx="252000" cy="252000"/>
          </a:xfrm>
          <a:prstGeom prst="rect">
            <a:avLst/>
          </a:prstGeom>
        </p:spPr>
      </p:pic>
      <p:pic>
        <p:nvPicPr>
          <p:cNvPr id="58" name="Graphique 57" descr="Mille avec un remplissage uni">
            <a:extLst>
              <a:ext uri="{FF2B5EF4-FFF2-40B4-BE49-F238E27FC236}">
                <a16:creationId xmlns:a16="http://schemas.microsoft.com/office/drawing/2014/main" id="{75FB5D2B-1BFF-FE94-AEEE-3C657A7528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11002" y="1623928"/>
            <a:ext cx="252000" cy="252000"/>
          </a:xfrm>
          <a:prstGeom prst="rect">
            <a:avLst/>
          </a:prstGeom>
        </p:spPr>
      </p:pic>
      <p:pic>
        <p:nvPicPr>
          <p:cNvPr id="59" name="Graphique 58" descr="Voiture avec un remplissage uni">
            <a:extLst>
              <a:ext uri="{FF2B5EF4-FFF2-40B4-BE49-F238E27FC236}">
                <a16:creationId xmlns:a16="http://schemas.microsoft.com/office/drawing/2014/main" id="{4495CCAE-2E50-7617-CF89-0241E7698F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21451" y="1982441"/>
            <a:ext cx="288000" cy="288000"/>
          </a:xfrm>
          <a:prstGeom prst="rect">
            <a:avLst/>
          </a:prstGeom>
        </p:spPr>
      </p:pic>
      <p:pic>
        <p:nvPicPr>
          <p:cNvPr id="60" name="Graphique 59" descr="Livraison de nourriture contour">
            <a:extLst>
              <a:ext uri="{FF2B5EF4-FFF2-40B4-BE49-F238E27FC236}">
                <a16:creationId xmlns:a16="http://schemas.microsoft.com/office/drawing/2014/main" id="{4AA8ED95-16A6-530E-BAE6-2C58D3E4C0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28665" y="1982441"/>
            <a:ext cx="288000" cy="288000"/>
          </a:xfrm>
          <a:prstGeom prst="rect">
            <a:avLst/>
          </a:prstGeom>
        </p:spPr>
      </p:pic>
      <p:pic>
        <p:nvPicPr>
          <p:cNvPr id="61" name="Graphique 60" descr="Logement contour">
            <a:extLst>
              <a:ext uri="{FF2B5EF4-FFF2-40B4-BE49-F238E27FC236}">
                <a16:creationId xmlns:a16="http://schemas.microsoft.com/office/drawing/2014/main" id="{069FDBBB-5E15-0110-1591-FC5D98AA98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511002" y="1982441"/>
            <a:ext cx="252000" cy="252000"/>
          </a:xfrm>
          <a:prstGeom prst="rect">
            <a:avLst/>
          </a:prstGeom>
        </p:spPr>
      </p:pic>
      <p:pic>
        <p:nvPicPr>
          <p:cNvPr id="63" name="Graphique 62" descr="Amélioration continue avec un remplissage uni">
            <a:extLst>
              <a:ext uri="{FF2B5EF4-FFF2-40B4-BE49-F238E27FC236}">
                <a16:creationId xmlns:a16="http://schemas.microsoft.com/office/drawing/2014/main" id="{07231A25-B9D9-4F49-BB20-452927A9AB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46483" y="2377710"/>
            <a:ext cx="252000" cy="252000"/>
          </a:xfrm>
          <a:prstGeom prst="rect">
            <a:avLst/>
          </a:prstGeom>
        </p:spPr>
      </p:pic>
      <p:pic>
        <p:nvPicPr>
          <p:cNvPr id="64" name="Graphique 63" descr="Cycle avec des personnes avec un remplissage uni">
            <a:extLst>
              <a:ext uri="{FF2B5EF4-FFF2-40B4-BE49-F238E27FC236}">
                <a16:creationId xmlns:a16="http://schemas.microsoft.com/office/drawing/2014/main" id="{9B5AE285-3696-8CB5-BF73-26669757EF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339266" y="2377710"/>
            <a:ext cx="252000" cy="252000"/>
          </a:xfrm>
          <a:prstGeom prst="rect">
            <a:avLst/>
          </a:prstGeom>
        </p:spPr>
      </p:pic>
      <p:pic>
        <p:nvPicPr>
          <p:cNvPr id="65" name="Graphique 64" descr="Tableau décisionnel avec un remplissage uni">
            <a:extLst>
              <a:ext uri="{FF2B5EF4-FFF2-40B4-BE49-F238E27FC236}">
                <a16:creationId xmlns:a16="http://schemas.microsoft.com/office/drawing/2014/main" id="{A17A27CB-0D0F-5670-6E8E-EF2C18C65A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148065" y="2377710"/>
            <a:ext cx="252000" cy="252000"/>
          </a:xfrm>
          <a:prstGeom prst="rect">
            <a:avLst/>
          </a:prstGeom>
        </p:spPr>
      </p:pic>
      <p:pic>
        <p:nvPicPr>
          <p:cNvPr id="67" name="Graphique 66" descr="Vivats avec un remplissage uni">
            <a:extLst>
              <a:ext uri="{FF2B5EF4-FFF2-40B4-BE49-F238E27FC236}">
                <a16:creationId xmlns:a16="http://schemas.microsoft.com/office/drawing/2014/main" id="{302D7EAE-383C-3023-54FB-5D704FB73C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725819" y="2377710"/>
            <a:ext cx="252000" cy="252000"/>
          </a:xfrm>
          <a:prstGeom prst="rect">
            <a:avLst/>
          </a:prstGeom>
        </p:spPr>
      </p:pic>
      <p:pic>
        <p:nvPicPr>
          <p:cNvPr id="70" name="Graphique 69" descr="Plan avec un remplissage uni">
            <a:extLst>
              <a:ext uri="{FF2B5EF4-FFF2-40B4-BE49-F238E27FC236}">
                <a16:creationId xmlns:a16="http://schemas.microsoft.com/office/drawing/2014/main" id="{B04C30D9-0432-CD71-9ED0-6EF2AF59F2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559390" y="3260579"/>
            <a:ext cx="252000" cy="252000"/>
          </a:xfrm>
          <a:prstGeom prst="rect">
            <a:avLst/>
          </a:prstGeom>
        </p:spPr>
      </p:pic>
      <p:pic>
        <p:nvPicPr>
          <p:cNvPr id="71" name="Graphique 70" descr="Cube avec un remplissage uni">
            <a:extLst>
              <a:ext uri="{FF2B5EF4-FFF2-40B4-BE49-F238E27FC236}">
                <a16:creationId xmlns:a16="http://schemas.microsoft.com/office/drawing/2014/main" id="{C5B61DAB-76BA-FBAE-DDF9-5F922E5E47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153338" y="3260579"/>
            <a:ext cx="252000" cy="252000"/>
          </a:xfrm>
          <a:prstGeom prst="rect">
            <a:avLst/>
          </a:prstGeom>
        </p:spPr>
      </p:pic>
      <p:pic>
        <p:nvPicPr>
          <p:cNvPr id="72" name="Graphique 71" descr="Jauge avec un remplissage uni">
            <a:extLst>
              <a:ext uri="{FF2B5EF4-FFF2-40B4-BE49-F238E27FC236}">
                <a16:creationId xmlns:a16="http://schemas.microsoft.com/office/drawing/2014/main" id="{A853D77E-2D10-B0D4-8B79-C0F622C4FD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582090" y="2828552"/>
            <a:ext cx="252000" cy="252000"/>
          </a:xfrm>
          <a:prstGeom prst="rect">
            <a:avLst/>
          </a:prstGeom>
        </p:spPr>
      </p:pic>
      <p:pic>
        <p:nvPicPr>
          <p:cNvPr id="73" name="Graphique 72" descr="Manette de jeu avec un remplissage uni">
            <a:extLst>
              <a:ext uri="{FF2B5EF4-FFF2-40B4-BE49-F238E27FC236}">
                <a16:creationId xmlns:a16="http://schemas.microsoft.com/office/drawing/2014/main" id="{BFFB10AB-48E0-B2CA-6463-37CC8F816C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769344" y="2828552"/>
            <a:ext cx="252000" cy="252000"/>
          </a:xfrm>
          <a:prstGeom prst="rect">
            <a:avLst/>
          </a:prstGeom>
        </p:spPr>
      </p:pic>
      <p:pic>
        <p:nvPicPr>
          <p:cNvPr id="74" name="Graphique 73" descr="Manette de jeu contour">
            <a:extLst>
              <a:ext uri="{FF2B5EF4-FFF2-40B4-BE49-F238E27FC236}">
                <a16:creationId xmlns:a16="http://schemas.microsoft.com/office/drawing/2014/main" id="{7A172298-C8E6-425D-EB55-42B1465BDC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148699" y="2828552"/>
            <a:ext cx="252000" cy="252000"/>
          </a:xfrm>
          <a:prstGeom prst="rect">
            <a:avLst/>
          </a:prstGeom>
        </p:spPr>
      </p:pic>
      <p:pic>
        <p:nvPicPr>
          <p:cNvPr id="75" name="Graphique 74" descr="Diagramme de Gantt avec un remplissage uni">
            <a:extLst>
              <a:ext uri="{FF2B5EF4-FFF2-40B4-BE49-F238E27FC236}">
                <a16:creationId xmlns:a16="http://schemas.microsoft.com/office/drawing/2014/main" id="{DF9C91B2-9967-BE79-061D-0885691A39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373965" y="3271465"/>
            <a:ext cx="252000" cy="252000"/>
          </a:xfrm>
          <a:prstGeom prst="rect">
            <a:avLst/>
          </a:prstGeom>
        </p:spPr>
      </p:pic>
      <p:pic>
        <p:nvPicPr>
          <p:cNvPr id="76" name="Graphique 75" descr="Diagramme de Gantt contour">
            <a:extLst>
              <a:ext uri="{FF2B5EF4-FFF2-40B4-BE49-F238E27FC236}">
                <a16:creationId xmlns:a16="http://schemas.microsoft.com/office/drawing/2014/main" id="{2D1AD8FA-E611-A86E-1EB9-A22E681F46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73200" y="3260579"/>
            <a:ext cx="252000" cy="252000"/>
          </a:xfrm>
          <a:prstGeom prst="rect">
            <a:avLst/>
          </a:prstGeom>
        </p:spPr>
      </p:pic>
      <p:pic>
        <p:nvPicPr>
          <p:cNvPr id="77" name="Graphique 76" descr="OMG avec un remplissage uni">
            <a:extLst>
              <a:ext uri="{FF2B5EF4-FFF2-40B4-BE49-F238E27FC236}">
                <a16:creationId xmlns:a16="http://schemas.microsoft.com/office/drawing/2014/main" id="{9426D207-CB3C-CE40-D8F3-31A46F34F6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874848" y="3723354"/>
            <a:ext cx="252000" cy="252000"/>
          </a:xfrm>
          <a:prstGeom prst="rect">
            <a:avLst/>
          </a:prstGeom>
        </p:spPr>
      </p:pic>
      <p:pic>
        <p:nvPicPr>
          <p:cNvPr id="78" name="Graphique 77" descr="Chat avec un remplissage uni">
            <a:extLst>
              <a:ext uri="{FF2B5EF4-FFF2-40B4-BE49-F238E27FC236}">
                <a16:creationId xmlns:a16="http://schemas.microsoft.com/office/drawing/2014/main" id="{B4B1977A-4594-F449-BD2C-78E4D39619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779167" y="4119798"/>
            <a:ext cx="252000" cy="252000"/>
          </a:xfrm>
          <a:prstGeom prst="rect">
            <a:avLst/>
          </a:prstGeom>
        </p:spPr>
      </p:pic>
      <p:pic>
        <p:nvPicPr>
          <p:cNvPr id="79" name="Graphique 78" descr="Bulle de discussion avec un remplissage uni">
            <a:extLst>
              <a:ext uri="{FF2B5EF4-FFF2-40B4-BE49-F238E27FC236}">
                <a16:creationId xmlns:a16="http://schemas.microsoft.com/office/drawing/2014/main" id="{4B7198BF-60C7-B640-8960-AE9A70E0DC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174262" y="4119798"/>
            <a:ext cx="252000" cy="252000"/>
          </a:xfrm>
          <a:prstGeom prst="rect">
            <a:avLst/>
          </a:prstGeom>
        </p:spPr>
      </p:pic>
      <p:pic>
        <p:nvPicPr>
          <p:cNvPr id="80" name="Graphique 79" descr="Bulle de discussion avec un remplissage uni">
            <a:extLst>
              <a:ext uri="{FF2B5EF4-FFF2-40B4-BE49-F238E27FC236}">
                <a16:creationId xmlns:a16="http://schemas.microsoft.com/office/drawing/2014/main" id="{797851BD-B1F1-4AAC-CB62-2A8495824E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604272" y="4119798"/>
            <a:ext cx="252000" cy="252000"/>
          </a:xfrm>
          <a:prstGeom prst="rect">
            <a:avLst/>
          </a:prstGeom>
        </p:spPr>
      </p:pic>
      <p:pic>
        <p:nvPicPr>
          <p:cNvPr id="81" name="Graphique 80" descr="Case cochée avec un remplissage uni">
            <a:extLst>
              <a:ext uri="{FF2B5EF4-FFF2-40B4-BE49-F238E27FC236}">
                <a16:creationId xmlns:a16="http://schemas.microsoft.com/office/drawing/2014/main" id="{F12EBF66-543F-E763-0CF4-7BA0E0FB2F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794185" y="4490863"/>
            <a:ext cx="252000" cy="252000"/>
          </a:xfrm>
          <a:prstGeom prst="rect">
            <a:avLst/>
          </a:prstGeom>
        </p:spPr>
      </p:pic>
      <p:pic>
        <p:nvPicPr>
          <p:cNvPr id="82" name="Graphique 81" descr="Case cochée contour">
            <a:extLst>
              <a:ext uri="{FF2B5EF4-FFF2-40B4-BE49-F238E27FC236}">
                <a16:creationId xmlns:a16="http://schemas.microsoft.com/office/drawing/2014/main" id="{8DE6F788-607A-3998-3438-B31DEA1017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155192" y="4490863"/>
            <a:ext cx="252000" cy="252000"/>
          </a:xfrm>
          <a:prstGeom prst="rect">
            <a:avLst/>
          </a:prstGeom>
        </p:spPr>
      </p:pic>
      <p:pic>
        <p:nvPicPr>
          <p:cNvPr id="83" name="Graphique 82" descr="Case à cocher barrée avec un remplissage uni">
            <a:extLst>
              <a:ext uri="{FF2B5EF4-FFF2-40B4-BE49-F238E27FC236}">
                <a16:creationId xmlns:a16="http://schemas.microsoft.com/office/drawing/2014/main" id="{A870EAD4-B294-5211-E956-D4DB03E351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590553" y="4490863"/>
            <a:ext cx="252000" cy="252000"/>
          </a:xfrm>
          <a:prstGeom prst="rect">
            <a:avLst/>
          </a:prstGeom>
        </p:spPr>
      </p:pic>
      <p:pic>
        <p:nvPicPr>
          <p:cNvPr id="84" name="Graphique 83" descr="Enregistrer avec un remplissage uni">
            <a:extLst>
              <a:ext uri="{FF2B5EF4-FFF2-40B4-BE49-F238E27FC236}">
                <a16:creationId xmlns:a16="http://schemas.microsoft.com/office/drawing/2014/main" id="{839BF590-B617-9228-7386-3C1D2D7665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874848" y="4119798"/>
            <a:ext cx="252000" cy="252000"/>
          </a:xfrm>
          <a:prstGeom prst="rect">
            <a:avLst/>
          </a:prstGeom>
        </p:spPr>
      </p:pic>
      <p:pic>
        <p:nvPicPr>
          <p:cNvPr id="85" name="Graphique 84" descr="Coche avec un remplissage uni">
            <a:extLst>
              <a:ext uri="{FF2B5EF4-FFF2-40B4-BE49-F238E27FC236}">
                <a16:creationId xmlns:a16="http://schemas.microsoft.com/office/drawing/2014/main" id="{061EE6C0-5D2C-EBC8-B422-B471AC816A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7391690" y="4490863"/>
            <a:ext cx="216000" cy="216000"/>
          </a:xfrm>
          <a:prstGeom prst="rect">
            <a:avLst/>
          </a:prstGeom>
        </p:spPr>
      </p:pic>
      <p:pic>
        <p:nvPicPr>
          <p:cNvPr id="86" name="Graphique 85" descr="Disque contour">
            <a:extLst>
              <a:ext uri="{FF2B5EF4-FFF2-40B4-BE49-F238E27FC236}">
                <a16:creationId xmlns:a16="http://schemas.microsoft.com/office/drawing/2014/main" id="{AE0BF3E7-4DEB-8181-08EB-F705D8A20E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6160155" y="3723354"/>
            <a:ext cx="252000" cy="252000"/>
          </a:xfrm>
          <a:prstGeom prst="rect">
            <a:avLst/>
          </a:prstGeom>
        </p:spPr>
      </p:pic>
      <p:pic>
        <p:nvPicPr>
          <p:cNvPr id="87" name="Graphique 86" descr="Guitare avec un remplissage uni">
            <a:extLst>
              <a:ext uri="{FF2B5EF4-FFF2-40B4-BE49-F238E27FC236}">
                <a16:creationId xmlns:a16="http://schemas.microsoft.com/office/drawing/2014/main" id="{9586E33C-9D21-5A4E-8D4C-699043AF4F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7362309" y="2828552"/>
            <a:ext cx="252000" cy="252000"/>
          </a:xfrm>
          <a:prstGeom prst="rect">
            <a:avLst/>
          </a:prstGeom>
        </p:spPr>
      </p:pic>
      <p:pic>
        <p:nvPicPr>
          <p:cNvPr id="88" name="Graphique 87" descr="Internet avec un remplissage uni">
            <a:extLst>
              <a:ext uri="{FF2B5EF4-FFF2-40B4-BE49-F238E27FC236}">
                <a16:creationId xmlns:a16="http://schemas.microsoft.com/office/drawing/2014/main" id="{EEE73DE5-98C0-5536-3704-E615939FBD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7387791" y="4119798"/>
            <a:ext cx="252000" cy="252000"/>
          </a:xfrm>
          <a:prstGeom prst="rect">
            <a:avLst/>
          </a:prstGeom>
        </p:spPr>
      </p:pic>
      <p:pic>
        <p:nvPicPr>
          <p:cNvPr id="89" name="Graphique 88" descr="Engrenages contour">
            <a:extLst>
              <a:ext uri="{FF2B5EF4-FFF2-40B4-BE49-F238E27FC236}">
                <a16:creationId xmlns:a16="http://schemas.microsoft.com/office/drawing/2014/main" id="{E87ACCFA-E3BF-0367-40D8-AE189B39AA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5575499" y="3723354"/>
            <a:ext cx="252000" cy="252000"/>
          </a:xfrm>
          <a:prstGeom prst="rect">
            <a:avLst/>
          </a:prstGeom>
        </p:spPr>
      </p:pic>
      <p:pic>
        <p:nvPicPr>
          <p:cNvPr id="90" name="Graphique 89" descr="Processeur avec un remplissage uni">
            <a:extLst>
              <a:ext uri="{FF2B5EF4-FFF2-40B4-BE49-F238E27FC236}">
                <a16:creationId xmlns:a16="http://schemas.microsoft.com/office/drawing/2014/main" id="{CB3132D4-ECB2-F542-27E6-FB618D1247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6769344" y="3723354"/>
            <a:ext cx="252000" cy="252000"/>
          </a:xfrm>
          <a:prstGeom prst="rect">
            <a:avLst/>
          </a:prstGeom>
        </p:spPr>
      </p:pic>
      <p:pic>
        <p:nvPicPr>
          <p:cNvPr id="91" name="Graphique 90" descr="Processeur contour">
            <a:extLst>
              <a:ext uri="{FF2B5EF4-FFF2-40B4-BE49-F238E27FC236}">
                <a16:creationId xmlns:a16="http://schemas.microsoft.com/office/drawing/2014/main" id="{50A13941-7D3D-570D-ED6B-8F4D06F1F6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7360243" y="3723354"/>
            <a:ext cx="252000" cy="252000"/>
          </a:xfrm>
          <a:prstGeom prst="rect">
            <a:avLst/>
          </a:prstGeom>
        </p:spPr>
      </p:pic>
      <p:pic>
        <p:nvPicPr>
          <p:cNvPr id="92" name="Graphique 91" descr="Priorités avec un remplissage uni">
            <a:extLst>
              <a:ext uri="{FF2B5EF4-FFF2-40B4-BE49-F238E27FC236}">
                <a16:creationId xmlns:a16="http://schemas.microsoft.com/office/drawing/2014/main" id="{7C6657AB-68FB-588A-F6A7-862FBCB291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7874848" y="3260579"/>
            <a:ext cx="252000" cy="252000"/>
          </a:xfrm>
          <a:prstGeom prst="rect">
            <a:avLst/>
          </a:prstGeom>
        </p:spPr>
      </p:pic>
      <p:pic>
        <p:nvPicPr>
          <p:cNvPr id="93" name="Graphique 92" descr="Priorités avec un remplissage uni">
            <a:extLst>
              <a:ext uri="{FF2B5EF4-FFF2-40B4-BE49-F238E27FC236}">
                <a16:creationId xmlns:a16="http://schemas.microsoft.com/office/drawing/2014/main" id="{6911EB3A-00A8-93F4-0E54-37DF9F077A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8332472" y="3260579"/>
            <a:ext cx="252000" cy="2520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A318F519-5E3E-9BC6-37B5-6CF903C56C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7827055" y="2379403"/>
            <a:ext cx="209550" cy="209550"/>
          </a:xfrm>
          <a:prstGeom prst="rect">
            <a:avLst/>
          </a:prstGeom>
        </p:spPr>
      </p:pic>
      <p:pic>
        <p:nvPicPr>
          <p:cNvPr id="6" name="Graphique 5" descr="Flèche en cercle avec un remplissage uni">
            <a:extLst>
              <a:ext uri="{FF2B5EF4-FFF2-40B4-BE49-F238E27FC236}">
                <a16:creationId xmlns:a16="http://schemas.microsoft.com/office/drawing/2014/main" id="{167EBDEB-643E-7F66-6852-5D56FCB2E0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6679714" y="1279148"/>
            <a:ext cx="252000" cy="252000"/>
          </a:xfrm>
          <a:prstGeom prst="rect">
            <a:avLst/>
          </a:prstGeom>
        </p:spPr>
      </p:pic>
      <p:pic>
        <p:nvPicPr>
          <p:cNvPr id="7" name="Graphique 6" descr="Flèche vers la droite avec un remplissage uni">
            <a:extLst>
              <a:ext uri="{FF2B5EF4-FFF2-40B4-BE49-F238E27FC236}">
                <a16:creationId xmlns:a16="http://schemas.microsoft.com/office/drawing/2014/main" id="{069691B8-0862-EBE3-9A8E-9B415F246F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7846859" y="4490863"/>
            <a:ext cx="252000" cy="252000"/>
          </a:xfrm>
          <a:prstGeom prst="rect">
            <a:avLst/>
          </a:prstGeom>
        </p:spPr>
      </p:pic>
      <p:pic>
        <p:nvPicPr>
          <p:cNvPr id="9" name="Graphique 8" descr="Code-barres avec un remplissage uni">
            <a:extLst>
              <a:ext uri="{FF2B5EF4-FFF2-40B4-BE49-F238E27FC236}">
                <a16:creationId xmlns:a16="http://schemas.microsoft.com/office/drawing/2014/main" id="{59063117-8554-71E9-94D2-1E03EC627E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7295848" y="1989227"/>
            <a:ext cx="252000" cy="252000"/>
          </a:xfrm>
          <a:prstGeom prst="rect">
            <a:avLst/>
          </a:prstGeom>
        </p:spPr>
      </p:pic>
      <p:pic>
        <p:nvPicPr>
          <p:cNvPr id="10" name="Graphique 9" descr="Livres sur une étagère avec un remplissage uni">
            <a:extLst>
              <a:ext uri="{FF2B5EF4-FFF2-40B4-BE49-F238E27FC236}">
                <a16:creationId xmlns:a16="http://schemas.microsoft.com/office/drawing/2014/main" id="{CD9AD9C1-CA24-1256-74A4-7BA4E77886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5517642" y="1271473"/>
            <a:ext cx="252000" cy="252000"/>
          </a:xfrm>
          <a:prstGeom prst="rect">
            <a:avLst/>
          </a:prstGeom>
        </p:spPr>
      </p:pic>
      <p:pic>
        <p:nvPicPr>
          <p:cNvPr id="11" name="Graphique 10" descr="Conseil d’administration contour">
            <a:extLst>
              <a:ext uri="{FF2B5EF4-FFF2-40B4-BE49-F238E27FC236}">
                <a16:creationId xmlns:a16="http://schemas.microsoft.com/office/drawing/2014/main" id="{23701E48-2FAA-496C-A941-9F70F0ED83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8281521" y="2411910"/>
            <a:ext cx="183600" cy="183600"/>
          </a:xfrm>
          <a:prstGeom prst="rect">
            <a:avLst/>
          </a:prstGeom>
        </p:spPr>
      </p:pic>
      <p:pic>
        <p:nvPicPr>
          <p:cNvPr id="12" name="Graphique 11" descr="Diagramme d’interconnexion avec un remplissage uni">
            <a:extLst>
              <a:ext uri="{FF2B5EF4-FFF2-40B4-BE49-F238E27FC236}">
                <a16:creationId xmlns:a16="http://schemas.microsoft.com/office/drawing/2014/main" id="{C34D0F4E-7864-2E1E-94C2-9C11D1EC5A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6092819" y="1297959"/>
            <a:ext cx="252000" cy="252000"/>
          </a:xfrm>
          <a:prstGeom prst="rect">
            <a:avLst/>
          </a:prstGeom>
        </p:spPr>
      </p:pic>
      <p:pic>
        <p:nvPicPr>
          <p:cNvPr id="13" name="Graphique 12" descr="Cause à effet avec un remplissage uni">
            <a:extLst>
              <a:ext uri="{FF2B5EF4-FFF2-40B4-BE49-F238E27FC236}">
                <a16:creationId xmlns:a16="http://schemas.microsoft.com/office/drawing/2014/main" id="{F630A60C-8DD1-3116-AAAA-5332983C90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7831957" y="1281671"/>
            <a:ext cx="252000" cy="252000"/>
          </a:xfrm>
          <a:prstGeom prst="rect">
            <a:avLst/>
          </a:prstGeom>
        </p:spPr>
      </p:pic>
      <p:pic>
        <p:nvPicPr>
          <p:cNvPr id="14" name="Graphique 13" descr="Connecté avec un remplissage uni">
            <a:extLst>
              <a:ext uri="{FF2B5EF4-FFF2-40B4-BE49-F238E27FC236}">
                <a16:creationId xmlns:a16="http://schemas.microsoft.com/office/drawing/2014/main" id="{F6F5C6D4-974C-D475-71EC-8667DEBF9B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7254891" y="1285242"/>
            <a:ext cx="252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95791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0BA72825-DD8A-80A3-9125-4D927F2330E8}"/>
              </a:ext>
            </a:extLst>
          </p:cNvPr>
          <p:cNvCxnSpPr>
            <a:cxnSpLocks/>
          </p:cNvCxnSpPr>
          <p:nvPr/>
        </p:nvCxnSpPr>
        <p:spPr>
          <a:xfrm flipV="1">
            <a:off x="0" y="19440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94AF92A0-D4A6-CC90-86D8-41D85379452E}"/>
              </a:ext>
            </a:extLst>
          </p:cNvPr>
          <p:cNvCxnSpPr>
            <a:cxnSpLocks/>
          </p:cNvCxnSpPr>
          <p:nvPr/>
        </p:nvCxnSpPr>
        <p:spPr>
          <a:xfrm flipV="1">
            <a:off x="0" y="496440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09933BDC-C498-28EA-3973-B75BF52C8287}"/>
              </a:ext>
            </a:extLst>
          </p:cNvPr>
          <p:cNvCxnSpPr>
            <a:cxnSpLocks/>
          </p:cNvCxnSpPr>
          <p:nvPr/>
        </p:nvCxnSpPr>
        <p:spPr>
          <a:xfrm>
            <a:off x="180000" y="-8202"/>
            <a:ext cx="0" cy="515520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33F6E02C-4EFA-B7E8-5D84-7A2FC84C2ED4}"/>
              </a:ext>
            </a:extLst>
          </p:cNvPr>
          <p:cNvCxnSpPr>
            <a:cxnSpLocks/>
          </p:cNvCxnSpPr>
          <p:nvPr/>
        </p:nvCxnSpPr>
        <p:spPr>
          <a:xfrm>
            <a:off x="9000000" y="0"/>
            <a:ext cx="0" cy="515520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185;p9">
            <a:extLst>
              <a:ext uri="{FF2B5EF4-FFF2-40B4-BE49-F238E27FC236}">
                <a16:creationId xmlns:a16="http://schemas.microsoft.com/office/drawing/2014/main" id="{7C576138-27E6-B68B-920A-6B6F06C9C6AE}"/>
              </a:ext>
            </a:extLst>
          </p:cNvPr>
          <p:cNvSpPr txBox="1"/>
          <p:nvPr/>
        </p:nvSpPr>
        <p:spPr>
          <a:xfrm>
            <a:off x="256641" y="194400"/>
            <a:ext cx="7271581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fr-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Slide </a:t>
            </a:r>
            <a:r>
              <a:rPr lang="fr-FR" sz="2300" err="1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template</a:t>
            </a:r>
            <a:r>
              <a:rPr lang="fr-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 </a:t>
            </a:r>
            <a:r>
              <a:rPr lang="fr-FR" sz="2300" err="1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with</a:t>
            </a:r>
            <a:r>
              <a:rPr lang="fr-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 full </a:t>
            </a:r>
            <a:r>
              <a:rPr lang="fr-FR" sz="2300" err="1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editable</a:t>
            </a:r>
            <a:r>
              <a:rPr lang="fr-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 </a:t>
            </a:r>
            <a:r>
              <a:rPr lang="fr-FR" sz="2300" err="1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elements</a:t>
            </a:r>
            <a:r>
              <a:rPr lang="fr-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.</a:t>
            </a:r>
          </a:p>
          <a:p>
            <a:pPr lvl="0"/>
            <a:endParaRPr lang="fr-FR" sz="2300">
              <a:solidFill>
                <a:schemeClr val="dk1"/>
              </a:solidFill>
              <a:latin typeface="Ufficio 300" pitchFamily="2" charset="0"/>
              <a:ea typeface="Geist"/>
              <a:cs typeface="Geist"/>
              <a:sym typeface="Geist"/>
            </a:endParaRPr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8A168A9F-A70B-441B-261A-602338EE9B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94800" y="198000"/>
            <a:ext cx="198000" cy="198000"/>
          </a:xfrm>
          <a:prstGeom prst="rect">
            <a:avLst/>
          </a:prstGeom>
        </p:spPr>
      </p:pic>
      <p:pic>
        <p:nvPicPr>
          <p:cNvPr id="12" name="Graphique 11">
            <a:extLst>
              <a:ext uri="{FF2B5EF4-FFF2-40B4-BE49-F238E27FC236}">
                <a16:creationId xmlns:a16="http://schemas.microsoft.com/office/drawing/2014/main" id="{6755D542-5BAC-6096-ADF0-2B2873ED0B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3600" y="4762800"/>
            <a:ext cx="1050058" cy="198000"/>
          </a:xfrm>
          <a:prstGeom prst="rect">
            <a:avLst/>
          </a:prstGeom>
        </p:spPr>
      </p:pic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3A4A058C-2B32-FAAC-D216-C8BDF52FAE20}"/>
              </a:ext>
            </a:extLst>
          </p:cNvPr>
          <p:cNvCxnSpPr>
            <a:cxnSpLocks/>
          </p:cNvCxnSpPr>
          <p:nvPr/>
        </p:nvCxnSpPr>
        <p:spPr>
          <a:xfrm flipV="1">
            <a:off x="0" y="1063080"/>
            <a:ext cx="9144000" cy="0"/>
          </a:xfrm>
          <a:prstGeom prst="line">
            <a:avLst/>
          </a:prstGeom>
          <a:ln w="63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AD002FBD-2C9B-1E54-CEA9-74CE8E2395BD}"/>
              </a:ext>
            </a:extLst>
          </p:cNvPr>
          <p:cNvSpPr/>
          <p:nvPr/>
        </p:nvSpPr>
        <p:spPr>
          <a:xfrm>
            <a:off x="2487568" y="1638780"/>
            <a:ext cx="3851029" cy="1459471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chemeClr val="tx1"/>
                </a:solidFill>
              </a:rPr>
              <a:t>All </a:t>
            </a:r>
            <a:r>
              <a:rPr lang="fr-FR" err="1">
                <a:solidFill>
                  <a:schemeClr val="tx1"/>
                </a:solidFill>
              </a:rPr>
              <a:t>elements</a:t>
            </a:r>
            <a:r>
              <a:rPr lang="fr-FR">
                <a:solidFill>
                  <a:schemeClr val="tx1"/>
                </a:solidFill>
              </a:rPr>
              <a:t> </a:t>
            </a:r>
            <a:r>
              <a:rPr lang="fr-FR" err="1">
                <a:solidFill>
                  <a:schemeClr val="tx1"/>
                </a:solidFill>
              </a:rPr>
              <a:t>here</a:t>
            </a:r>
            <a:r>
              <a:rPr lang="fr-FR">
                <a:solidFill>
                  <a:schemeClr val="tx1"/>
                </a:solidFill>
              </a:rPr>
              <a:t> are </a:t>
            </a:r>
            <a:r>
              <a:rPr lang="fr-FR" err="1">
                <a:solidFill>
                  <a:schemeClr val="tx1"/>
                </a:solidFill>
              </a:rPr>
              <a:t>fully</a:t>
            </a:r>
            <a:r>
              <a:rPr lang="fr-FR">
                <a:solidFill>
                  <a:schemeClr val="tx1"/>
                </a:solidFill>
              </a:rPr>
              <a:t> </a:t>
            </a:r>
            <a:r>
              <a:rPr lang="fr-FR" err="1">
                <a:solidFill>
                  <a:schemeClr val="tx1"/>
                </a:solidFill>
              </a:rPr>
              <a:t>editable</a:t>
            </a:r>
            <a:r>
              <a:rPr lang="fr-FR">
                <a:solidFill>
                  <a:schemeClr val="tx1"/>
                </a:solidFill>
              </a:rPr>
              <a:t> (</a:t>
            </a:r>
            <a:r>
              <a:rPr lang="fr-FR" err="1">
                <a:solidFill>
                  <a:schemeClr val="tx1"/>
                </a:solidFill>
              </a:rPr>
              <a:t>lines</a:t>
            </a:r>
            <a:r>
              <a:rPr lang="fr-FR">
                <a:solidFill>
                  <a:schemeClr val="tx1"/>
                </a:solidFill>
              </a:rPr>
              <a:t>, </a:t>
            </a:r>
            <a:r>
              <a:rPr lang="fr-FR" err="1">
                <a:solidFill>
                  <a:schemeClr val="tx1"/>
                </a:solidFill>
              </a:rPr>
              <a:t>text</a:t>
            </a:r>
            <a:r>
              <a:rPr lang="fr-FR">
                <a:solidFill>
                  <a:schemeClr val="tx1"/>
                </a:solidFill>
              </a:rPr>
              <a:t>, logo), </a:t>
            </a:r>
            <a:r>
              <a:rPr lang="fr-FR" err="1">
                <a:solidFill>
                  <a:schemeClr val="tx1"/>
                </a:solidFill>
              </a:rPr>
              <a:t>so</a:t>
            </a:r>
            <a:r>
              <a:rPr lang="fr-FR">
                <a:solidFill>
                  <a:schemeClr val="tx1"/>
                </a:solidFill>
              </a:rPr>
              <a:t> </a:t>
            </a:r>
            <a:r>
              <a:rPr lang="fr-FR" err="1">
                <a:solidFill>
                  <a:schemeClr val="tx1"/>
                </a:solidFill>
              </a:rPr>
              <a:t>you</a:t>
            </a:r>
            <a:r>
              <a:rPr lang="fr-FR">
                <a:solidFill>
                  <a:schemeClr val="tx1"/>
                </a:solidFill>
              </a:rPr>
              <a:t> can </a:t>
            </a:r>
            <a:r>
              <a:rPr lang="fr-FR" err="1">
                <a:solidFill>
                  <a:schemeClr val="tx1"/>
                </a:solidFill>
              </a:rPr>
              <a:t>adapt</a:t>
            </a:r>
            <a:r>
              <a:rPr lang="fr-FR">
                <a:solidFill>
                  <a:schemeClr val="tx1"/>
                </a:solidFill>
              </a:rPr>
              <a:t> </a:t>
            </a:r>
            <a:r>
              <a:rPr lang="fr-FR" err="1">
                <a:solidFill>
                  <a:schemeClr val="tx1"/>
                </a:solidFill>
              </a:rPr>
              <a:t>colors</a:t>
            </a:r>
            <a:r>
              <a:rPr lang="fr-FR">
                <a:solidFill>
                  <a:schemeClr val="tx1"/>
                </a:solidFill>
              </a:rPr>
              <a:t> and </a:t>
            </a:r>
            <a:r>
              <a:rPr lang="fr-FR" err="1">
                <a:solidFill>
                  <a:schemeClr val="tx1"/>
                </a:solidFill>
              </a:rPr>
              <a:t>remove</a:t>
            </a:r>
            <a:r>
              <a:rPr lang="fr-FR">
                <a:solidFill>
                  <a:schemeClr val="tx1"/>
                </a:solidFill>
              </a:rPr>
              <a:t> </a:t>
            </a:r>
            <a:r>
              <a:rPr lang="fr-FR" err="1">
                <a:solidFill>
                  <a:schemeClr val="tx1"/>
                </a:solidFill>
              </a:rPr>
              <a:t>elements</a:t>
            </a:r>
            <a:r>
              <a:rPr lang="fr-FR">
                <a:solidFill>
                  <a:schemeClr val="tx1"/>
                </a:solidFill>
              </a:rPr>
              <a:t> if </a:t>
            </a:r>
            <a:r>
              <a:rPr lang="fr-FR" err="1">
                <a:solidFill>
                  <a:schemeClr val="tx1"/>
                </a:solidFill>
              </a:rPr>
              <a:t>need</a:t>
            </a:r>
            <a:r>
              <a:rPr lang="fr-FR">
                <a:solidFill>
                  <a:schemeClr val="tx1"/>
                </a:solidFill>
              </a:rPr>
              <a:t> </a:t>
            </a:r>
            <a:r>
              <a:rPr lang="fr-FR" err="1">
                <a:solidFill>
                  <a:schemeClr val="tx1"/>
                </a:solidFill>
              </a:rPr>
              <a:t>be</a:t>
            </a:r>
            <a:endParaRPr lang="fr-FR">
              <a:solidFill>
                <a:schemeClr val="tx1"/>
              </a:solidFill>
            </a:endParaRPr>
          </a:p>
          <a:p>
            <a:pPr algn="ctr"/>
            <a:endParaRPr lang="fr-FR">
              <a:solidFill>
                <a:schemeClr val="tx1"/>
              </a:solidFill>
            </a:endParaRPr>
          </a:p>
          <a:p>
            <a:pPr algn="ctr"/>
            <a:r>
              <a:rPr lang="fr-FR">
                <a:solidFill>
                  <a:schemeClr val="tx1"/>
                </a:solidFill>
              </a:rPr>
              <a:t>Black logo version</a:t>
            </a:r>
          </a:p>
        </p:txBody>
      </p:sp>
    </p:spTree>
    <p:extLst>
      <p:ext uri="{BB962C8B-B14F-4D97-AF65-F5344CB8AC3E}">
        <p14:creationId xmlns:p14="http://schemas.microsoft.com/office/powerpoint/2010/main" val="132128649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7F1575-AB08-55C4-BCB2-938CC95B1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90583E9C-45C7-BCE7-30D0-042F5E465557}"/>
              </a:ext>
            </a:extLst>
          </p:cNvPr>
          <p:cNvCxnSpPr>
            <a:cxnSpLocks/>
          </p:cNvCxnSpPr>
          <p:nvPr/>
        </p:nvCxnSpPr>
        <p:spPr>
          <a:xfrm flipV="1">
            <a:off x="0" y="194400"/>
            <a:ext cx="9144000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251EB6E2-302F-0A82-E5AF-8B9984E2D05F}"/>
              </a:ext>
            </a:extLst>
          </p:cNvPr>
          <p:cNvCxnSpPr>
            <a:cxnSpLocks/>
          </p:cNvCxnSpPr>
          <p:nvPr/>
        </p:nvCxnSpPr>
        <p:spPr>
          <a:xfrm flipV="1">
            <a:off x="0" y="4964400"/>
            <a:ext cx="9144000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6CD8F204-56F7-8EC5-549A-4C189CECFA72}"/>
              </a:ext>
            </a:extLst>
          </p:cNvPr>
          <p:cNvCxnSpPr>
            <a:cxnSpLocks/>
          </p:cNvCxnSpPr>
          <p:nvPr/>
        </p:nvCxnSpPr>
        <p:spPr>
          <a:xfrm>
            <a:off x="180000" y="-8202"/>
            <a:ext cx="0" cy="515520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346FE35C-8CC3-E7B7-5206-916A869B0DDE}"/>
              </a:ext>
            </a:extLst>
          </p:cNvPr>
          <p:cNvCxnSpPr>
            <a:cxnSpLocks/>
          </p:cNvCxnSpPr>
          <p:nvPr/>
        </p:nvCxnSpPr>
        <p:spPr>
          <a:xfrm>
            <a:off x="9000000" y="0"/>
            <a:ext cx="0" cy="515520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185;p9">
            <a:extLst>
              <a:ext uri="{FF2B5EF4-FFF2-40B4-BE49-F238E27FC236}">
                <a16:creationId xmlns:a16="http://schemas.microsoft.com/office/drawing/2014/main" id="{3BC41A2E-4853-DB0A-7B92-048AB43A3C77}"/>
              </a:ext>
            </a:extLst>
          </p:cNvPr>
          <p:cNvSpPr txBox="1"/>
          <p:nvPr/>
        </p:nvSpPr>
        <p:spPr>
          <a:xfrm>
            <a:off x="256641" y="194400"/>
            <a:ext cx="7271581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fr-FR" sz="2300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Slide </a:t>
            </a:r>
            <a:r>
              <a:rPr lang="fr-FR" sz="2300" err="1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template</a:t>
            </a:r>
            <a:r>
              <a:rPr lang="fr-FR" sz="2300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 </a:t>
            </a:r>
            <a:r>
              <a:rPr lang="fr-FR" sz="2300" err="1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with</a:t>
            </a:r>
            <a:r>
              <a:rPr lang="fr-FR" sz="2300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 full </a:t>
            </a:r>
            <a:r>
              <a:rPr lang="fr-FR" sz="2300" err="1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editable</a:t>
            </a:r>
            <a:r>
              <a:rPr lang="fr-FR" sz="2300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 </a:t>
            </a:r>
            <a:r>
              <a:rPr lang="fr-FR" sz="2300" err="1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elements</a:t>
            </a:r>
            <a:r>
              <a:rPr lang="fr-FR" sz="2300">
                <a:solidFill>
                  <a:schemeClr val="bg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. White version.</a:t>
            </a:r>
          </a:p>
          <a:p>
            <a:pPr lvl="0"/>
            <a:endParaRPr lang="fr-FR" sz="2300">
              <a:solidFill>
                <a:schemeClr val="dk1"/>
              </a:solidFill>
              <a:latin typeface="Ufficio 300" pitchFamily="2" charset="0"/>
              <a:ea typeface="Geist"/>
              <a:cs typeface="Geist"/>
              <a:sym typeface="Geist"/>
            </a:endParaRPr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3DA1116E-FCFD-9C95-76EB-791B23702E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94800" y="198000"/>
            <a:ext cx="198000" cy="198000"/>
          </a:xfrm>
          <a:prstGeom prst="rect">
            <a:avLst/>
          </a:prstGeom>
        </p:spPr>
      </p:pic>
      <p:pic>
        <p:nvPicPr>
          <p:cNvPr id="11" name="Graphique 10">
            <a:extLst>
              <a:ext uri="{FF2B5EF4-FFF2-40B4-BE49-F238E27FC236}">
                <a16:creationId xmlns:a16="http://schemas.microsoft.com/office/drawing/2014/main" id="{0732B247-96B7-CAFC-A69C-4F86C4892C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3600" y="4762800"/>
            <a:ext cx="1058400" cy="19957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AA925D6-1147-8AF5-161E-420775008C96}"/>
              </a:ext>
            </a:extLst>
          </p:cNvPr>
          <p:cNvSpPr/>
          <p:nvPr/>
        </p:nvSpPr>
        <p:spPr>
          <a:xfrm>
            <a:off x="2487568" y="1638780"/>
            <a:ext cx="3851029" cy="1459471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chemeClr val="tx1"/>
                </a:solidFill>
              </a:rPr>
              <a:t>All </a:t>
            </a:r>
            <a:r>
              <a:rPr lang="fr-FR" err="1">
                <a:solidFill>
                  <a:schemeClr val="tx1"/>
                </a:solidFill>
              </a:rPr>
              <a:t>elements</a:t>
            </a:r>
            <a:r>
              <a:rPr lang="fr-FR">
                <a:solidFill>
                  <a:schemeClr val="tx1"/>
                </a:solidFill>
              </a:rPr>
              <a:t> </a:t>
            </a:r>
            <a:r>
              <a:rPr lang="fr-FR" err="1">
                <a:solidFill>
                  <a:schemeClr val="tx1"/>
                </a:solidFill>
              </a:rPr>
              <a:t>here</a:t>
            </a:r>
            <a:r>
              <a:rPr lang="fr-FR">
                <a:solidFill>
                  <a:schemeClr val="tx1"/>
                </a:solidFill>
              </a:rPr>
              <a:t> are </a:t>
            </a:r>
            <a:r>
              <a:rPr lang="fr-FR" err="1">
                <a:solidFill>
                  <a:schemeClr val="tx1"/>
                </a:solidFill>
              </a:rPr>
              <a:t>fully</a:t>
            </a:r>
            <a:r>
              <a:rPr lang="fr-FR">
                <a:solidFill>
                  <a:schemeClr val="tx1"/>
                </a:solidFill>
              </a:rPr>
              <a:t> </a:t>
            </a:r>
            <a:r>
              <a:rPr lang="fr-FR" err="1">
                <a:solidFill>
                  <a:schemeClr val="tx1"/>
                </a:solidFill>
              </a:rPr>
              <a:t>editable</a:t>
            </a:r>
            <a:r>
              <a:rPr lang="fr-FR">
                <a:solidFill>
                  <a:schemeClr val="tx1"/>
                </a:solidFill>
              </a:rPr>
              <a:t> (</a:t>
            </a:r>
            <a:r>
              <a:rPr lang="fr-FR" err="1">
                <a:solidFill>
                  <a:schemeClr val="tx1"/>
                </a:solidFill>
              </a:rPr>
              <a:t>lines</a:t>
            </a:r>
            <a:r>
              <a:rPr lang="fr-FR">
                <a:solidFill>
                  <a:schemeClr val="tx1"/>
                </a:solidFill>
              </a:rPr>
              <a:t>, </a:t>
            </a:r>
            <a:r>
              <a:rPr lang="fr-FR" err="1">
                <a:solidFill>
                  <a:schemeClr val="tx1"/>
                </a:solidFill>
              </a:rPr>
              <a:t>text</a:t>
            </a:r>
            <a:r>
              <a:rPr lang="fr-FR">
                <a:solidFill>
                  <a:schemeClr val="tx1"/>
                </a:solidFill>
              </a:rPr>
              <a:t>, logo), </a:t>
            </a:r>
            <a:r>
              <a:rPr lang="fr-FR" err="1">
                <a:solidFill>
                  <a:schemeClr val="tx1"/>
                </a:solidFill>
              </a:rPr>
              <a:t>so</a:t>
            </a:r>
            <a:r>
              <a:rPr lang="fr-FR">
                <a:solidFill>
                  <a:schemeClr val="tx1"/>
                </a:solidFill>
              </a:rPr>
              <a:t> </a:t>
            </a:r>
            <a:r>
              <a:rPr lang="fr-FR" err="1">
                <a:solidFill>
                  <a:schemeClr val="tx1"/>
                </a:solidFill>
              </a:rPr>
              <a:t>you</a:t>
            </a:r>
            <a:r>
              <a:rPr lang="fr-FR">
                <a:solidFill>
                  <a:schemeClr val="tx1"/>
                </a:solidFill>
              </a:rPr>
              <a:t> can </a:t>
            </a:r>
            <a:r>
              <a:rPr lang="fr-FR" err="1">
                <a:solidFill>
                  <a:schemeClr val="tx1"/>
                </a:solidFill>
              </a:rPr>
              <a:t>adapt</a:t>
            </a:r>
            <a:r>
              <a:rPr lang="fr-FR">
                <a:solidFill>
                  <a:schemeClr val="tx1"/>
                </a:solidFill>
              </a:rPr>
              <a:t> </a:t>
            </a:r>
            <a:r>
              <a:rPr lang="fr-FR" err="1">
                <a:solidFill>
                  <a:schemeClr val="tx1"/>
                </a:solidFill>
              </a:rPr>
              <a:t>colors</a:t>
            </a:r>
            <a:r>
              <a:rPr lang="fr-FR">
                <a:solidFill>
                  <a:schemeClr val="tx1"/>
                </a:solidFill>
              </a:rPr>
              <a:t> and </a:t>
            </a:r>
            <a:r>
              <a:rPr lang="fr-FR" err="1">
                <a:solidFill>
                  <a:schemeClr val="tx1"/>
                </a:solidFill>
              </a:rPr>
              <a:t>remove</a:t>
            </a:r>
            <a:r>
              <a:rPr lang="fr-FR">
                <a:solidFill>
                  <a:schemeClr val="tx1"/>
                </a:solidFill>
              </a:rPr>
              <a:t> </a:t>
            </a:r>
            <a:r>
              <a:rPr lang="fr-FR" err="1">
                <a:solidFill>
                  <a:schemeClr val="tx1"/>
                </a:solidFill>
              </a:rPr>
              <a:t>elements</a:t>
            </a:r>
            <a:r>
              <a:rPr lang="fr-FR">
                <a:solidFill>
                  <a:schemeClr val="tx1"/>
                </a:solidFill>
              </a:rPr>
              <a:t> if </a:t>
            </a:r>
            <a:r>
              <a:rPr lang="fr-FR" err="1">
                <a:solidFill>
                  <a:schemeClr val="tx1"/>
                </a:solidFill>
              </a:rPr>
              <a:t>need</a:t>
            </a:r>
            <a:r>
              <a:rPr lang="fr-FR">
                <a:solidFill>
                  <a:schemeClr val="tx1"/>
                </a:solidFill>
              </a:rPr>
              <a:t> </a:t>
            </a:r>
            <a:r>
              <a:rPr lang="fr-FR" err="1">
                <a:solidFill>
                  <a:schemeClr val="tx1"/>
                </a:solidFill>
              </a:rPr>
              <a:t>be</a:t>
            </a:r>
            <a:endParaRPr lang="fr-FR">
              <a:solidFill>
                <a:schemeClr val="tx1"/>
              </a:solidFill>
            </a:endParaRPr>
          </a:p>
          <a:p>
            <a:pPr algn="ctr"/>
            <a:endParaRPr lang="fr-FR">
              <a:solidFill>
                <a:schemeClr val="tx1"/>
              </a:solidFill>
            </a:endParaRPr>
          </a:p>
          <a:p>
            <a:pPr algn="ctr"/>
            <a:r>
              <a:rPr lang="fr-FR">
                <a:solidFill>
                  <a:schemeClr val="tx1"/>
                </a:solidFill>
              </a:rPr>
              <a:t>white logo version</a:t>
            </a:r>
          </a:p>
        </p:txBody>
      </p:sp>
    </p:spTree>
    <p:extLst>
      <p:ext uri="{BB962C8B-B14F-4D97-AF65-F5344CB8AC3E}">
        <p14:creationId xmlns:p14="http://schemas.microsoft.com/office/powerpoint/2010/main" val="187216551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2E5BFCC2-1F2C-BFB6-5B41-07EA135491B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41815" y="2153911"/>
            <a:ext cx="1997758" cy="94893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CE97DCBA-E653-6DD1-3B59-6F5308599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889" y="1384133"/>
            <a:ext cx="4087287" cy="2143682"/>
          </a:xfrm>
          <a:prstGeom prst="rect">
            <a:avLst/>
          </a:prstGeom>
        </p:spPr>
      </p:pic>
      <p:sp>
        <p:nvSpPr>
          <p:cNvPr id="8" name="Google Shape;185;p9">
            <a:extLst>
              <a:ext uri="{FF2B5EF4-FFF2-40B4-BE49-F238E27FC236}">
                <a16:creationId xmlns:a16="http://schemas.microsoft.com/office/drawing/2014/main" id="{3546E5AA-8B17-2DE4-06F5-8F47A9F1EFBA}"/>
              </a:ext>
            </a:extLst>
          </p:cNvPr>
          <p:cNvSpPr txBox="1"/>
          <p:nvPr/>
        </p:nvSpPr>
        <p:spPr>
          <a:xfrm>
            <a:off x="277906" y="168486"/>
            <a:ext cx="7271581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/>
            <a:r>
              <a:rPr lang="fr-FR" sz="2300">
                <a:latin typeface="Ufficio 300" pitchFamily="2" charset="0"/>
              </a:rPr>
              <a:t>Alternative background styles are </a:t>
            </a:r>
            <a:r>
              <a:rPr lang="fr-FR" sz="2300" err="1">
                <a:latin typeface="Ufficio 300" pitchFamily="2" charset="0"/>
              </a:rPr>
              <a:t>available</a:t>
            </a:r>
            <a:r>
              <a:rPr lang="fr-FR" sz="2300">
                <a:latin typeface="Ufficio 300" pitchFamily="2" charset="0"/>
              </a:rPr>
              <a:t> as </a:t>
            </a:r>
            <a:r>
              <a:rPr lang="fr-FR" sz="2300" err="1">
                <a:latin typeface="Ufficio 300" pitchFamily="2" charset="0"/>
              </a:rPr>
              <a:t>predefined</a:t>
            </a:r>
            <a:r>
              <a:rPr lang="fr-FR" sz="2300">
                <a:latin typeface="Ufficio 300" pitchFamily="2" charset="0"/>
              </a:rPr>
              <a:t> slides. Take a look.</a:t>
            </a:r>
            <a:endParaRPr lang="fr-FR" sz="2300">
              <a:solidFill>
                <a:schemeClr val="dk1"/>
              </a:solidFill>
              <a:latin typeface="Ufficio 300" pitchFamily="2" charset="0"/>
              <a:ea typeface="Geist"/>
              <a:cs typeface="Geist"/>
              <a:sym typeface="Geist"/>
            </a:endParaRPr>
          </a:p>
        </p:txBody>
      </p:sp>
      <p:sp>
        <p:nvSpPr>
          <p:cNvPr id="2" name="Google Shape;135;p7">
            <a:extLst>
              <a:ext uri="{FF2B5EF4-FFF2-40B4-BE49-F238E27FC236}">
                <a16:creationId xmlns:a16="http://schemas.microsoft.com/office/drawing/2014/main" id="{67CA099E-05BD-9096-EC2A-EC9B5AA35275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tx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63</a:t>
            </a:fld>
            <a:endParaRPr lang="fr" sz="1000">
              <a:solidFill>
                <a:schemeClr val="tx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74945307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Shape 586">
          <a:extLst>
            <a:ext uri="{FF2B5EF4-FFF2-40B4-BE49-F238E27FC236}">
              <a16:creationId xmlns:a16="http://schemas.microsoft.com/office/drawing/2014/main" id="{375206E1-D8BF-1B49-7BA8-C50FCEB01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0">
            <a:extLst>
              <a:ext uri="{FF2B5EF4-FFF2-40B4-BE49-F238E27FC236}">
                <a16:creationId xmlns:a16="http://schemas.microsoft.com/office/drawing/2014/main" id="{2C57DBF2-78AD-EDDF-3CE9-C41166FF481C}"/>
              </a:ext>
            </a:extLst>
          </p:cNvPr>
          <p:cNvSpPr/>
          <p:nvPr/>
        </p:nvSpPr>
        <p:spPr>
          <a:xfrm>
            <a:off x="915000" y="977250"/>
            <a:ext cx="2387400" cy="3587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30">
            <a:extLst>
              <a:ext uri="{FF2B5EF4-FFF2-40B4-BE49-F238E27FC236}">
                <a16:creationId xmlns:a16="http://schemas.microsoft.com/office/drawing/2014/main" id="{1944161B-2E82-D098-BC9C-485CEC9505B9}"/>
              </a:ext>
            </a:extLst>
          </p:cNvPr>
          <p:cNvSpPr/>
          <p:nvPr/>
        </p:nvSpPr>
        <p:spPr>
          <a:xfrm>
            <a:off x="3396338" y="977250"/>
            <a:ext cx="2387400" cy="3587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30">
            <a:extLst>
              <a:ext uri="{FF2B5EF4-FFF2-40B4-BE49-F238E27FC236}">
                <a16:creationId xmlns:a16="http://schemas.microsoft.com/office/drawing/2014/main" id="{78728CA9-DC45-1CF4-6577-F062F97E628E}"/>
              </a:ext>
            </a:extLst>
          </p:cNvPr>
          <p:cNvSpPr/>
          <p:nvPr/>
        </p:nvSpPr>
        <p:spPr>
          <a:xfrm>
            <a:off x="5877676" y="977250"/>
            <a:ext cx="2387400" cy="3587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97" name="Google Shape;597;p30">
            <a:extLst>
              <a:ext uri="{FF2B5EF4-FFF2-40B4-BE49-F238E27FC236}">
                <a16:creationId xmlns:a16="http://schemas.microsoft.com/office/drawing/2014/main" id="{0CFCE953-19A2-A7BE-7FF2-9318B69E78C9}"/>
              </a:ext>
            </a:extLst>
          </p:cNvPr>
          <p:cNvCxnSpPr/>
          <p:nvPr/>
        </p:nvCxnSpPr>
        <p:spPr>
          <a:xfrm rot="10800000">
            <a:off x="0" y="977238"/>
            <a:ext cx="9144000" cy="0"/>
          </a:xfrm>
          <a:prstGeom prst="straightConnector1">
            <a:avLst/>
          </a:prstGeom>
          <a:noFill/>
          <a:ln w="635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8" name="Google Shape;598;p30">
            <a:extLst>
              <a:ext uri="{FF2B5EF4-FFF2-40B4-BE49-F238E27FC236}">
                <a16:creationId xmlns:a16="http://schemas.microsoft.com/office/drawing/2014/main" id="{9EAB3ECA-3B6E-3323-5C57-5D508E5D3E93}"/>
              </a:ext>
            </a:extLst>
          </p:cNvPr>
          <p:cNvSpPr txBox="1"/>
          <p:nvPr/>
        </p:nvSpPr>
        <p:spPr>
          <a:xfrm>
            <a:off x="1057400" y="2571750"/>
            <a:ext cx="2111100" cy="18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quis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nostrud exercitation ullamco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laboris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nisi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ut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aliquip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ex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ea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commodo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consequat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 Duis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aute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irure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dolor in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reprehenderit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in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voluptate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velit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esse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cillum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dolore eu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fugiat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nulla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pariatur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</a:t>
            </a:r>
            <a:endParaRPr sz="12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599" name="Google Shape;599;p30">
            <a:extLst>
              <a:ext uri="{FF2B5EF4-FFF2-40B4-BE49-F238E27FC236}">
                <a16:creationId xmlns:a16="http://schemas.microsoft.com/office/drawing/2014/main" id="{EE92A9C4-B1E5-2E76-D2EC-D5765595CA21}"/>
              </a:ext>
            </a:extLst>
          </p:cNvPr>
          <p:cNvSpPr txBox="1"/>
          <p:nvPr/>
        </p:nvSpPr>
        <p:spPr>
          <a:xfrm>
            <a:off x="1057400" y="1774500"/>
            <a:ext cx="2111100" cy="7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Title example</a:t>
            </a:r>
            <a:endParaRPr sz="1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600" name="Google Shape;600;p30">
            <a:extLst>
              <a:ext uri="{FF2B5EF4-FFF2-40B4-BE49-F238E27FC236}">
                <a16:creationId xmlns:a16="http://schemas.microsoft.com/office/drawing/2014/main" id="{58E3E70E-C305-A4ED-F9A8-15A998B9394B}"/>
              </a:ext>
            </a:extLst>
          </p:cNvPr>
          <p:cNvSpPr/>
          <p:nvPr/>
        </p:nvSpPr>
        <p:spPr>
          <a:xfrm>
            <a:off x="1057400" y="1089600"/>
            <a:ext cx="309300" cy="301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Geist Light" pitchFamily="2" charset="77"/>
                <a:ea typeface="Geist Light" pitchFamily="2" charset="77"/>
                <a:cs typeface="Geist Light" pitchFamily="2" charset="77"/>
                <a:sym typeface="Geist Light"/>
              </a:rPr>
              <a:t>01</a:t>
            </a:r>
            <a:endParaRPr>
              <a:latin typeface="Geist Light" pitchFamily="2" charset="77"/>
              <a:ea typeface="Geist Light" pitchFamily="2" charset="77"/>
              <a:cs typeface="Geist Light" pitchFamily="2" charset="77"/>
              <a:sym typeface="Geist Light"/>
            </a:endParaRPr>
          </a:p>
        </p:txBody>
      </p:sp>
      <p:sp>
        <p:nvSpPr>
          <p:cNvPr id="601" name="Google Shape;601;p30">
            <a:extLst>
              <a:ext uri="{FF2B5EF4-FFF2-40B4-BE49-F238E27FC236}">
                <a16:creationId xmlns:a16="http://schemas.microsoft.com/office/drawing/2014/main" id="{387FD1F5-BC81-9E56-F602-EED43F625DC1}"/>
              </a:ext>
            </a:extLst>
          </p:cNvPr>
          <p:cNvSpPr/>
          <p:nvPr/>
        </p:nvSpPr>
        <p:spPr>
          <a:xfrm>
            <a:off x="3548175" y="1089600"/>
            <a:ext cx="309300" cy="301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Geist Light" pitchFamily="2" charset="77"/>
                <a:ea typeface="Geist Light" pitchFamily="2" charset="77"/>
                <a:cs typeface="Geist Light" pitchFamily="2" charset="77"/>
                <a:sym typeface="Geist Light"/>
              </a:rPr>
              <a:t>02</a:t>
            </a:r>
            <a:endParaRPr>
              <a:latin typeface="Geist Light" pitchFamily="2" charset="77"/>
              <a:ea typeface="Geist Light" pitchFamily="2" charset="77"/>
              <a:cs typeface="Geist Light" pitchFamily="2" charset="77"/>
              <a:sym typeface="Geist Light"/>
            </a:endParaRPr>
          </a:p>
        </p:txBody>
      </p:sp>
      <p:sp>
        <p:nvSpPr>
          <p:cNvPr id="602" name="Google Shape;602;p30">
            <a:extLst>
              <a:ext uri="{FF2B5EF4-FFF2-40B4-BE49-F238E27FC236}">
                <a16:creationId xmlns:a16="http://schemas.microsoft.com/office/drawing/2014/main" id="{D875331A-74FD-46F6-1AC4-5D22C0B81D9E}"/>
              </a:ext>
            </a:extLst>
          </p:cNvPr>
          <p:cNvSpPr/>
          <p:nvPr/>
        </p:nvSpPr>
        <p:spPr>
          <a:xfrm>
            <a:off x="6038950" y="1089600"/>
            <a:ext cx="309300" cy="301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Geist Light" pitchFamily="2" charset="77"/>
                <a:ea typeface="Geist Light" pitchFamily="2" charset="77"/>
                <a:cs typeface="Geist Light" pitchFamily="2" charset="77"/>
                <a:sym typeface="Geist Light"/>
              </a:rPr>
              <a:t>03</a:t>
            </a:r>
            <a:endParaRPr>
              <a:latin typeface="Geist Light" pitchFamily="2" charset="77"/>
              <a:ea typeface="Geist Light" pitchFamily="2" charset="77"/>
              <a:cs typeface="Geist Light" pitchFamily="2" charset="77"/>
              <a:sym typeface="Geist Light"/>
            </a:endParaRPr>
          </a:p>
        </p:txBody>
      </p:sp>
      <p:sp>
        <p:nvSpPr>
          <p:cNvPr id="603" name="Google Shape;603;p30">
            <a:extLst>
              <a:ext uri="{FF2B5EF4-FFF2-40B4-BE49-F238E27FC236}">
                <a16:creationId xmlns:a16="http://schemas.microsoft.com/office/drawing/2014/main" id="{0B8C6482-AC6F-CC71-53B6-D7161BE121E2}"/>
              </a:ext>
            </a:extLst>
          </p:cNvPr>
          <p:cNvSpPr txBox="1"/>
          <p:nvPr/>
        </p:nvSpPr>
        <p:spPr>
          <a:xfrm>
            <a:off x="3534488" y="2571750"/>
            <a:ext cx="2111100" cy="18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quis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nostrud exercitation ullamco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laboris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nisi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ut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aliquip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ex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ea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commodo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consequat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 Duis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aute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irure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dolor in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reprehenderit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in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voluptate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velit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esse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cillum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dolore eu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fugiat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nulla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pariatur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</a:t>
            </a:r>
            <a:endParaRPr sz="12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604" name="Google Shape;604;p30">
            <a:extLst>
              <a:ext uri="{FF2B5EF4-FFF2-40B4-BE49-F238E27FC236}">
                <a16:creationId xmlns:a16="http://schemas.microsoft.com/office/drawing/2014/main" id="{57247FD1-21F0-3D8C-1A06-B5246AE55FCE}"/>
              </a:ext>
            </a:extLst>
          </p:cNvPr>
          <p:cNvSpPr txBox="1"/>
          <p:nvPr/>
        </p:nvSpPr>
        <p:spPr>
          <a:xfrm>
            <a:off x="3534488" y="1774500"/>
            <a:ext cx="2111100" cy="7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Title example</a:t>
            </a:r>
            <a:endParaRPr sz="1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605" name="Google Shape;605;p30">
            <a:extLst>
              <a:ext uri="{FF2B5EF4-FFF2-40B4-BE49-F238E27FC236}">
                <a16:creationId xmlns:a16="http://schemas.microsoft.com/office/drawing/2014/main" id="{67A38DB6-D6FD-2669-FB95-7F3440452512}"/>
              </a:ext>
            </a:extLst>
          </p:cNvPr>
          <p:cNvSpPr txBox="1"/>
          <p:nvPr/>
        </p:nvSpPr>
        <p:spPr>
          <a:xfrm>
            <a:off x="6011588" y="2571750"/>
            <a:ext cx="2111100" cy="18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Ut enim ad minim veniam,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quis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nostrud exercitation ullamco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laboris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nisi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ut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aliquip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ex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ea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commodo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consequat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 Duis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aute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irure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dolor in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reprehenderit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in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voluptate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velit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esse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cillum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dolore eu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fugiat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nulla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 </a:t>
            </a:r>
            <a:r>
              <a:rPr lang="fr" sz="1200" err="1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pariatur</a:t>
            </a:r>
            <a:r>
              <a:rPr lang="fr" sz="12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.</a:t>
            </a:r>
            <a:endParaRPr sz="12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sp>
        <p:nvSpPr>
          <p:cNvPr id="606" name="Google Shape;606;p30">
            <a:extLst>
              <a:ext uri="{FF2B5EF4-FFF2-40B4-BE49-F238E27FC236}">
                <a16:creationId xmlns:a16="http://schemas.microsoft.com/office/drawing/2014/main" id="{EADD07E3-8A52-67C6-0179-3170CE7BF117}"/>
              </a:ext>
            </a:extLst>
          </p:cNvPr>
          <p:cNvSpPr txBox="1"/>
          <p:nvPr/>
        </p:nvSpPr>
        <p:spPr>
          <a:xfrm>
            <a:off x="6011588" y="1774500"/>
            <a:ext cx="2111100" cy="7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  <a:sym typeface="Geist"/>
              </a:rPr>
              <a:t>Title example</a:t>
            </a:r>
            <a:endParaRPr sz="1800">
              <a:solidFill>
                <a:schemeClr val="dk1"/>
              </a:solidFill>
              <a:latin typeface="Geist Light" pitchFamily="2" charset="77"/>
              <a:ea typeface="Geist Light" pitchFamily="2" charset="77"/>
              <a:cs typeface="Geist Light" pitchFamily="2" charset="77"/>
              <a:sym typeface="Geist"/>
            </a:endParaRPr>
          </a:p>
        </p:txBody>
      </p:sp>
      <p:cxnSp>
        <p:nvCxnSpPr>
          <p:cNvPr id="608" name="Google Shape;608;p30">
            <a:extLst>
              <a:ext uri="{FF2B5EF4-FFF2-40B4-BE49-F238E27FC236}">
                <a16:creationId xmlns:a16="http://schemas.microsoft.com/office/drawing/2014/main" id="{6395B13D-E2A8-0619-2D20-6AF7C0726064}"/>
              </a:ext>
            </a:extLst>
          </p:cNvPr>
          <p:cNvCxnSpPr/>
          <p:nvPr/>
        </p:nvCxnSpPr>
        <p:spPr>
          <a:xfrm rot="10800000">
            <a:off x="183250" y="4564875"/>
            <a:ext cx="8815500" cy="0"/>
          </a:xfrm>
          <a:prstGeom prst="straightConnector1">
            <a:avLst/>
          </a:prstGeom>
          <a:noFill/>
          <a:ln w="635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523;p27">
            <a:extLst>
              <a:ext uri="{FF2B5EF4-FFF2-40B4-BE49-F238E27FC236}">
                <a16:creationId xmlns:a16="http://schemas.microsoft.com/office/drawing/2014/main" id="{8DB31AE9-0774-2734-AC3A-9C49CCDD03F0}"/>
              </a:ext>
            </a:extLst>
          </p:cNvPr>
          <p:cNvSpPr txBox="1"/>
          <p:nvPr/>
        </p:nvSpPr>
        <p:spPr>
          <a:xfrm>
            <a:off x="143900" y="173801"/>
            <a:ext cx="88560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Alternative slide style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300">
                <a:solidFill>
                  <a:schemeClr val="dk1"/>
                </a:solidFill>
                <a:latin typeface="Ufficio 300" pitchFamily="2" charset="0"/>
                <a:ea typeface="Geist"/>
                <a:cs typeface="Geist"/>
                <a:sym typeface="Geist"/>
              </a:rPr>
              <a:t>for illustration</a:t>
            </a:r>
            <a:endParaRPr sz="2300">
              <a:solidFill>
                <a:schemeClr val="dk1"/>
              </a:solidFill>
              <a:latin typeface="Ufficio 300" pitchFamily="2" charset="0"/>
              <a:ea typeface="Geist"/>
              <a:cs typeface="Geist"/>
              <a:sym typeface="Geist"/>
            </a:endParaRPr>
          </a:p>
        </p:txBody>
      </p:sp>
      <p:sp>
        <p:nvSpPr>
          <p:cNvPr id="4" name="Google Shape;135;p7">
            <a:extLst>
              <a:ext uri="{FF2B5EF4-FFF2-40B4-BE49-F238E27FC236}">
                <a16:creationId xmlns:a16="http://schemas.microsoft.com/office/drawing/2014/main" id="{114DE019-CC19-CE6C-3297-258B875BF52B}"/>
              </a:ext>
            </a:extLst>
          </p:cNvPr>
          <p:cNvSpPr txBox="1">
            <a:spLocks/>
          </p:cNvSpPr>
          <p:nvPr/>
        </p:nvSpPr>
        <p:spPr>
          <a:xfrm>
            <a:off x="8571824" y="4852016"/>
            <a:ext cx="435000" cy="1301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1616"/>
              </a:buClr>
              <a:buFont typeface="Geist"/>
              <a:defRPr sz="1400" b="0" i="0" u="none" strike="noStrike" cap="none">
                <a:solidFill>
                  <a:srgbClr val="161616"/>
                </a:solidFill>
                <a:latin typeface="Geist"/>
                <a:ea typeface="Geist"/>
                <a:cs typeface="Geist"/>
                <a:sym typeface="Geist"/>
              </a:defRPr>
            </a:lvl9pPr>
          </a:lstStyle>
          <a:p>
            <a:pPr algn="r">
              <a:buSzPts val="275"/>
            </a:pPr>
            <a:fld id="{00000000-1234-1234-1234-123412341234}" type="slidenum">
              <a:rPr lang="fr" sz="1000" smtClean="0">
                <a:solidFill>
                  <a:schemeClr val="tx1"/>
                </a:solidFill>
                <a:latin typeface="Geist Light" pitchFamily="2" charset="77"/>
                <a:ea typeface="Geist Light" pitchFamily="2" charset="77"/>
                <a:cs typeface="Geist Light" pitchFamily="2" charset="77"/>
              </a:rPr>
              <a:pPr algn="r">
                <a:buSzPts val="275"/>
              </a:pPr>
              <a:t>64</a:t>
            </a:fld>
            <a:endParaRPr lang="fr" sz="1000">
              <a:solidFill>
                <a:schemeClr val="tx1"/>
              </a:solidFill>
              <a:latin typeface="Geist Light" pitchFamily="2" charset="77"/>
              <a:ea typeface="Geist Light" pitchFamily="2" charset="77"/>
              <a:cs typeface="Geist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2819322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FF5B8-A802-FA22-21C6-152F2D579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>
            <a:extLst>
              <a:ext uri="{FF2B5EF4-FFF2-40B4-BE49-F238E27FC236}">
                <a16:creationId xmlns:a16="http://schemas.microsoft.com/office/drawing/2014/main" id="{70A61A95-3FA4-FFD5-D8AB-A5887AE4A067}"/>
              </a:ext>
            </a:extLst>
          </p:cNvPr>
          <p:cNvSpPr/>
          <p:nvPr/>
        </p:nvSpPr>
        <p:spPr>
          <a:xfrm>
            <a:off x="321" y="578"/>
            <a:ext cx="9143358" cy="5143211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161616"/>
          </a:solidFill>
        </p:spPr>
        <p:txBody>
          <a:bodyPr wrap="square" lIns="0" tIns="0" rIns="0" bIns="0" rtlCol="0"/>
          <a:lstStyle/>
          <a:p>
            <a:endParaRPr sz="819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FB039B0-63C7-5745-724F-A3BDC9C956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554" y="2238306"/>
            <a:ext cx="3534893" cy="666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92132"/>
      </p:ext>
    </p:extLst>
  </p:cSld>
  <p:clrMapOvr>
    <a:masterClrMapping/>
  </p:clrMapOvr>
</p:sld>
</file>

<file path=ppt/theme/theme1.xml><?xml version="1.0" encoding="utf-8"?>
<a:theme xmlns:a="http://schemas.openxmlformats.org/drawingml/2006/main" name="Diametral Template PowerPoint">
  <a:themeElements>
    <a:clrScheme name="Diametral color palette">
      <a:dk1>
        <a:srgbClr val="161616"/>
      </a:dk1>
      <a:lt1>
        <a:srgbClr val="FFFFFF"/>
      </a:lt1>
      <a:dk2>
        <a:srgbClr val="D5D3C4"/>
      </a:dk2>
      <a:lt2>
        <a:srgbClr val="AAB0A6"/>
      </a:lt2>
      <a:accent1>
        <a:srgbClr val="F4FBDA"/>
      </a:accent1>
      <a:accent2>
        <a:srgbClr val="9F8667"/>
      </a:accent2>
      <a:accent3>
        <a:srgbClr val="767884"/>
      </a:accent3>
      <a:accent4>
        <a:srgbClr val="FFF73B"/>
      </a:accent4>
      <a:accent5>
        <a:srgbClr val="23E2FF"/>
      </a:accent5>
      <a:accent6>
        <a:srgbClr val="53FF64"/>
      </a:accent6>
      <a:hlink>
        <a:srgbClr val="FF2A00"/>
      </a:hlink>
      <a:folHlink>
        <a:srgbClr val="0097A7"/>
      </a:folHlink>
    </a:clrScheme>
    <a:fontScheme name="Diametral">
      <a:majorFont>
        <a:latin typeface="Ufficio 300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is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Diametral">
      <a:majorFont>
        <a:latin typeface="Ufficio 300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is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ad0bf14-29ef-4a9c-b3d4-097d02cd0e23">
      <Terms xmlns="http://schemas.microsoft.com/office/infopath/2007/PartnerControls"/>
    </lcf76f155ced4ddcb4097134ff3c332f>
    <TaxCatchAll xmlns="798d0944-5fd3-49ef-9a04-8d2cd636409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18E338BC9F1E44914D3022CB32B5B1" ma:contentTypeVersion="13" ma:contentTypeDescription="Crée un document." ma:contentTypeScope="" ma:versionID="5fcdf3ea697aeae39050b694d0b28151">
  <xsd:schema xmlns:xsd="http://www.w3.org/2001/XMLSchema" xmlns:xs="http://www.w3.org/2001/XMLSchema" xmlns:p="http://schemas.microsoft.com/office/2006/metadata/properties" xmlns:ns2="3ad0bf14-29ef-4a9c-b3d4-097d02cd0e23" xmlns:ns3="798d0944-5fd3-49ef-9a04-8d2cd6364091" targetNamespace="http://schemas.microsoft.com/office/2006/metadata/properties" ma:root="true" ma:fieldsID="8bc8feaddace7c591b3127658d55707d" ns2:_="" ns3:_="">
    <xsd:import namespace="3ad0bf14-29ef-4a9c-b3d4-097d02cd0e23"/>
    <xsd:import namespace="798d0944-5fd3-49ef-9a04-8d2cd63640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d0bf14-29ef-4a9c-b3d4-097d02cd0e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alises d’images" ma:readOnly="false" ma:fieldId="{5cf76f15-5ced-4ddc-b409-7134ff3c332f}" ma:taxonomyMulti="true" ma:sspId="9bcee687-a055-4ac2-86ec-ae974d6561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8d0944-5fd3-49ef-9a04-8d2cd6364091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f44db79-ff44-4134-8c4e-6b6ee009343f}" ma:internalName="TaxCatchAll" ma:showField="CatchAllData" ma:web="798d0944-5fd3-49ef-9a04-8d2cd63640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A929E7F-E19E-479F-968D-172D7BCD03B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A4F983D-EB27-4CF4-A7AF-ED8D9B9CC1DC}">
  <ds:schemaRefs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798d0944-5fd3-49ef-9a04-8d2cd6364091"/>
    <ds:schemaRef ds:uri="http://purl.org/dc/dcmitype/"/>
    <ds:schemaRef ds:uri="http://purl.org/dc/terms/"/>
    <ds:schemaRef ds:uri="http://schemas.microsoft.com/office/2006/metadata/properties"/>
    <ds:schemaRef ds:uri="http://schemas.microsoft.com/office/infopath/2007/PartnerControls"/>
    <ds:schemaRef ds:uri="3ad0bf14-29ef-4a9c-b3d4-097d02cd0e23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115D3821-DEFE-4F83-979C-58B4A407AA63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3779</Words>
  <Application>Microsoft Macintosh PowerPoint</Application>
  <PresentationFormat>Affichage à l'écran (16:9)</PresentationFormat>
  <Paragraphs>717</Paragraphs>
  <Slides>65</Slides>
  <Notes>51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65</vt:i4>
      </vt:variant>
    </vt:vector>
  </HeadingPairs>
  <TitlesOfParts>
    <vt:vector size="72" baseType="lpstr">
      <vt:lpstr>Ufficio 300</vt:lpstr>
      <vt:lpstr>Ufficio</vt:lpstr>
      <vt:lpstr>Geist</vt:lpstr>
      <vt:lpstr>Geist Light</vt:lpstr>
      <vt:lpstr>Arial</vt:lpstr>
      <vt:lpstr>Wingdings</vt:lpstr>
      <vt:lpstr>Diametral Template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Juliette BECHDOLFF</cp:lastModifiedBy>
  <cp:revision>1</cp:revision>
  <cp:lastPrinted>2026-06-18T15:36:10Z</cp:lastPrinted>
  <dcterms:modified xsi:type="dcterms:W3CDTF">2026-09-17T12:26:55Z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0x010100AA18E338BC9F1E44914D3022CB32B5B1</vt:lpwstr>
  </property>
  <property fmtid="{D5CDD505-2E9C-101B-9397-08002B2CF9AE}" pid="3" name="MediaServiceImageTags">
    <vt:lpwstr/>
  </property>
</Properties>
</file>