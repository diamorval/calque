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103120"/>
            <a:ext cx="10698480" cy="1463040"/>
          </a:xfr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749039"/>
            <a:ext cx="10698480" cy="914400"/>
          </a:xfrm>
        </p:spPr>
        <p:txBody>
          <a:bodyPr/>
          <a:lstStyle/>
          <a:p>
            <a:r>
              <a:t>Subtitle and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651760"/>
            <a:ext cx="10698480" cy="1280160"/>
          </a:xfrm>
        </p:spPr>
        <p:txBody>
          <a:bodyPr/>
          <a:lstStyle/>
          <a:p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4023360"/>
            <a:ext cx="10698480" cy="731520"/>
          </a:xfrm>
        </p:spPr>
        <p:txBody>
          <a:bodyPr/>
          <a:lstStyle/>
          <a:p>
            <a:r>
              <a:t>Section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103120"/>
            <a:ext cx="10698480" cy="1463040"/>
          </a:xfrm>
        </p:spPr>
        <p:txBody>
          <a:bodyPr/>
          <a:lstStyle/>
          <a:p>
            <a:r>
              <a:t>Contact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749039"/>
            <a:ext cx="10698480" cy="914400"/>
          </a:xfrm>
        </p:spPr>
        <p:txBody>
          <a:bodyPr/>
          <a:lstStyle/>
          <a:p>
            <a:r>
              <a:t>Name SURNAME,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